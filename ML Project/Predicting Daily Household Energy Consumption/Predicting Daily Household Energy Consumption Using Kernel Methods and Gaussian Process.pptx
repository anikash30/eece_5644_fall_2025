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0" r:id="rId4"/>
    <p:sldMasterId id="214748372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STIX Two Text SemiBold"/>
      <p:regular r:id="rId18"/>
      <p:bold r:id="rId19"/>
      <p:italic r:id="rId20"/>
      <p:boldItalic r:id="rId21"/>
    </p:embeddedFont>
    <p:embeddedFont>
      <p:font typeface="DM Sans Medium"/>
      <p:regular r:id="rId22"/>
      <p:bold r:id="rId23"/>
      <p:italic r:id="rId24"/>
      <p:boldItalic r:id="rId25"/>
    </p:embeddedFont>
    <p:embeddedFont>
      <p:font typeface="Roboto"/>
      <p:regular r:id="rId26"/>
      <p:bold r:id="rId27"/>
      <p:italic r:id="rId28"/>
      <p:boldItalic r:id="rId29"/>
    </p:embeddedFont>
    <p:embeddedFont>
      <p:font typeface="STIX Two Text"/>
      <p:regular r:id="rId30"/>
      <p:bold r:id="rId31"/>
      <p:italic r:id="rId32"/>
      <p:boldItalic r:id="rId33"/>
    </p:embeddedFont>
    <p:embeddedFont>
      <p:font typeface="STIX Two Text Medium"/>
      <p:regular r:id="rId34"/>
      <p:bold r:id="rId35"/>
      <p:italic r:id="rId36"/>
      <p:boldItalic r:id="rId37"/>
    </p:embeddedFont>
    <p:embeddedFont>
      <p:font typeface="Plus Jakarta Sans Medium"/>
      <p:regular r:id="rId38"/>
      <p:bold r:id="rId39"/>
      <p:italic r:id="rId40"/>
      <p:boldItalic r:id="rId41"/>
    </p:embeddedFont>
    <p:embeddedFont>
      <p:font typeface="Merriweather"/>
      <p:regular r:id="rId42"/>
      <p:bold r:id="rId43"/>
      <p:italic r:id="rId44"/>
      <p:boldItalic r:id="rId45"/>
    </p:embeddedFont>
    <p:embeddedFont>
      <p:font typeface="DM Sans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lusJakartaSansMedium-italic.fntdata"/><Relationship Id="rId42" Type="http://schemas.openxmlformats.org/officeDocument/2006/relationships/font" Target="fonts/Merriweather-regular.fntdata"/><Relationship Id="rId41" Type="http://schemas.openxmlformats.org/officeDocument/2006/relationships/font" Target="fonts/PlusJakartaSansMedium-boldItalic.fntdata"/><Relationship Id="rId44" Type="http://schemas.openxmlformats.org/officeDocument/2006/relationships/font" Target="fonts/Merriweather-italic.fntdata"/><Relationship Id="rId43" Type="http://schemas.openxmlformats.org/officeDocument/2006/relationships/font" Target="fonts/Merriweather-bold.fntdata"/><Relationship Id="rId46" Type="http://schemas.openxmlformats.org/officeDocument/2006/relationships/font" Target="fonts/DMSans-regular.fntdata"/><Relationship Id="rId45" Type="http://schemas.openxmlformats.org/officeDocument/2006/relationships/font" Target="fonts/Merriweath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DMSans-italic.fntdata"/><Relationship Id="rId47" Type="http://schemas.openxmlformats.org/officeDocument/2006/relationships/font" Target="fonts/DMSans-bold.fntdata"/><Relationship Id="rId49" Type="http://schemas.openxmlformats.org/officeDocument/2006/relationships/font" Target="fonts/DM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STIXTwoText-bold.fntdata"/><Relationship Id="rId30" Type="http://schemas.openxmlformats.org/officeDocument/2006/relationships/font" Target="fonts/STIXTwoText-regular.fntdata"/><Relationship Id="rId33" Type="http://schemas.openxmlformats.org/officeDocument/2006/relationships/font" Target="fonts/STIXTwoText-boldItalic.fntdata"/><Relationship Id="rId32" Type="http://schemas.openxmlformats.org/officeDocument/2006/relationships/font" Target="fonts/STIXTwoText-italic.fntdata"/><Relationship Id="rId35" Type="http://schemas.openxmlformats.org/officeDocument/2006/relationships/font" Target="fonts/STIXTwoTextMedium-bold.fntdata"/><Relationship Id="rId34" Type="http://schemas.openxmlformats.org/officeDocument/2006/relationships/font" Target="fonts/STIXTwoTextMedium-regular.fntdata"/><Relationship Id="rId37" Type="http://schemas.openxmlformats.org/officeDocument/2006/relationships/font" Target="fonts/STIXTwoTextMedium-boldItalic.fntdata"/><Relationship Id="rId36" Type="http://schemas.openxmlformats.org/officeDocument/2006/relationships/font" Target="fonts/STIXTwoTextMedium-italic.fntdata"/><Relationship Id="rId39" Type="http://schemas.openxmlformats.org/officeDocument/2006/relationships/font" Target="fonts/PlusJakartaSansMedium-bold.fntdata"/><Relationship Id="rId38" Type="http://schemas.openxmlformats.org/officeDocument/2006/relationships/font" Target="fonts/PlusJakartaSansMedium-regular.fntdata"/><Relationship Id="rId20" Type="http://schemas.openxmlformats.org/officeDocument/2006/relationships/font" Target="fonts/STIXTwoTextSemiBold-italic.fntdata"/><Relationship Id="rId22" Type="http://schemas.openxmlformats.org/officeDocument/2006/relationships/font" Target="fonts/DMSansMedium-regular.fntdata"/><Relationship Id="rId21" Type="http://schemas.openxmlformats.org/officeDocument/2006/relationships/font" Target="fonts/STIXTwoTextSemiBold-boldItalic.fntdata"/><Relationship Id="rId24" Type="http://schemas.openxmlformats.org/officeDocument/2006/relationships/font" Target="fonts/DMSansMedium-italic.fntdata"/><Relationship Id="rId23" Type="http://schemas.openxmlformats.org/officeDocument/2006/relationships/font" Target="fonts/DMSansMedium-bold.fntdata"/><Relationship Id="rId26" Type="http://schemas.openxmlformats.org/officeDocument/2006/relationships/font" Target="fonts/Roboto-regular.fntdata"/><Relationship Id="rId25" Type="http://schemas.openxmlformats.org/officeDocument/2006/relationships/font" Target="fonts/DMSansMedium-boldItalic.fntdata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29" Type="http://schemas.openxmlformats.org/officeDocument/2006/relationships/font" Target="fonts/Robo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STIXTwoTextSemiBold-bold.fntdata"/><Relationship Id="rId18" Type="http://schemas.openxmlformats.org/officeDocument/2006/relationships/font" Target="fonts/STIXTwoText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ada51abf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3ada51abf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3ada51abfb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3ada51abfb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ada51abfbf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3ada51abfb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ada51abfbf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3ada51abfb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ada51abfbf_0_20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3ada51abfbf_0_20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ada51abfbf_0_2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3ada51abfbf_0_2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ada51abfbf_0_2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3ada51abfbf_0_2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ada51abfbf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3ada51abfbf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ada51abfbf_0_2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3ada51abfbf_0_2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ada51abfbf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3ada51abfbf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ada51abfbf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3ada51abfbf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42900"/>
            <a:ext cx="8800800" cy="480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418125" y="2878925"/>
            <a:ext cx="5325600" cy="7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0" y="0"/>
            <a:ext cx="12498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257100" y="3085450"/>
            <a:ext cx="735600" cy="1890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57100" y="167525"/>
            <a:ext cx="735600" cy="1887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03650" y="2243275"/>
            <a:ext cx="1042500" cy="635700"/>
          </a:xfrm>
          <a:prstGeom prst="hexagon">
            <a:avLst>
              <a:gd fmla="val 40849" name="adj"/>
              <a:gd fmla="val 115470" name="vf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442050" y="2378250"/>
            <a:ext cx="365700" cy="365700"/>
          </a:xfrm>
          <a:prstGeom prst="diamond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"/>
          <p:cNvSpPr/>
          <p:nvPr/>
        </p:nvSpPr>
        <p:spPr>
          <a:xfrm rot="5400000">
            <a:off x="8054975" y="342900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2"/>
          <p:cNvSpPr/>
          <p:nvPr/>
        </p:nvSpPr>
        <p:spPr>
          <a:xfrm rot="10800000">
            <a:off x="8054975" y="4397825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" name="Google Shape;20;p2"/>
          <p:cNvGrpSpPr/>
          <p:nvPr/>
        </p:nvGrpSpPr>
        <p:grpSpPr>
          <a:xfrm>
            <a:off x="1249800" y="76325"/>
            <a:ext cx="7808400" cy="5067300"/>
            <a:chOff x="1249800" y="76325"/>
            <a:chExt cx="7808400" cy="5067300"/>
          </a:xfrm>
        </p:grpSpPr>
        <p:cxnSp>
          <p:nvCxnSpPr>
            <p:cNvPr id="21" name="Google Shape;21;p2"/>
            <p:cNvCxnSpPr/>
            <p:nvPr/>
          </p:nvCxnSpPr>
          <p:spPr>
            <a:xfrm>
              <a:off x="1249800" y="85800"/>
              <a:ext cx="780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" name="Google Shape;22;p2"/>
            <p:cNvCxnSpPr/>
            <p:nvPr/>
          </p:nvCxnSpPr>
          <p:spPr>
            <a:xfrm rot="10800000">
              <a:off x="9058200" y="76325"/>
              <a:ext cx="0" cy="5067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3" name="Google Shape;23;p2"/>
          <p:cNvGrpSpPr/>
          <p:nvPr/>
        </p:nvGrpSpPr>
        <p:grpSpPr>
          <a:xfrm>
            <a:off x="1249800" y="162125"/>
            <a:ext cx="7722600" cy="4981500"/>
            <a:chOff x="1249800" y="162125"/>
            <a:chExt cx="7722600" cy="4981500"/>
          </a:xfrm>
        </p:grpSpPr>
        <p:cxnSp>
          <p:nvCxnSpPr>
            <p:cNvPr id="24" name="Google Shape;24;p2"/>
            <p:cNvCxnSpPr/>
            <p:nvPr/>
          </p:nvCxnSpPr>
          <p:spPr>
            <a:xfrm>
              <a:off x="1249800" y="171625"/>
              <a:ext cx="7722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" name="Google Shape;25;p2"/>
            <p:cNvCxnSpPr/>
            <p:nvPr/>
          </p:nvCxnSpPr>
          <p:spPr>
            <a:xfrm rot="10800000">
              <a:off x="8972375" y="162125"/>
              <a:ext cx="0" cy="4981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6" name="Google Shape;26;p2"/>
          <p:cNvGrpSpPr/>
          <p:nvPr/>
        </p:nvGrpSpPr>
        <p:grpSpPr>
          <a:xfrm>
            <a:off x="1249800" y="247925"/>
            <a:ext cx="7636800" cy="4895700"/>
            <a:chOff x="1249800" y="247925"/>
            <a:chExt cx="7636800" cy="4895700"/>
          </a:xfrm>
        </p:grpSpPr>
        <p:cxnSp>
          <p:nvCxnSpPr>
            <p:cNvPr id="27" name="Google Shape;27;p2"/>
            <p:cNvCxnSpPr/>
            <p:nvPr/>
          </p:nvCxnSpPr>
          <p:spPr>
            <a:xfrm>
              <a:off x="1249800" y="257425"/>
              <a:ext cx="7636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" name="Google Shape;28;p2"/>
            <p:cNvCxnSpPr/>
            <p:nvPr/>
          </p:nvCxnSpPr>
          <p:spPr>
            <a:xfrm rot="10800000">
              <a:off x="8886575" y="247925"/>
              <a:ext cx="0" cy="48957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9" name="Google Shape;29;p2"/>
          <p:cNvSpPr txBox="1"/>
          <p:nvPr>
            <p:ph type="ctrTitle"/>
          </p:nvPr>
        </p:nvSpPr>
        <p:spPr>
          <a:xfrm>
            <a:off x="2418125" y="1304525"/>
            <a:ext cx="5325600" cy="157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TIX Two Text SemiBold"/>
              <a:buNone/>
              <a:defRPr sz="48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" name="Google Shape;37;p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" name="Google Shape;38;p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4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4" name="Google Shape;44;p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6" name="Google Shape;46;p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details">
  <p:cSld name="TITLE_1">
    <p:bg>
      <p:bgPr>
        <a:solidFill>
          <a:schemeClr val="lt2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/>
          <p:nvPr/>
        </p:nvSpPr>
        <p:spPr>
          <a:xfrm>
            <a:off x="0" y="342900"/>
            <a:ext cx="8800800" cy="480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6"/>
          <p:cNvSpPr txBox="1"/>
          <p:nvPr>
            <p:ph idx="1" type="subTitle"/>
          </p:nvPr>
        </p:nvSpPr>
        <p:spPr>
          <a:xfrm>
            <a:off x="2418125" y="2878925"/>
            <a:ext cx="5325600" cy="7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" name="Google Shape;51;p6"/>
          <p:cNvSpPr/>
          <p:nvPr/>
        </p:nvSpPr>
        <p:spPr>
          <a:xfrm>
            <a:off x="0" y="0"/>
            <a:ext cx="12498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257100" y="3085450"/>
            <a:ext cx="735600" cy="1890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257100" y="167525"/>
            <a:ext cx="735600" cy="1887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103650" y="2243275"/>
            <a:ext cx="1042500" cy="635700"/>
          </a:xfrm>
          <a:prstGeom prst="hexagon">
            <a:avLst>
              <a:gd fmla="val 40849" name="adj"/>
              <a:gd fmla="val 115470" name="vf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442050" y="2378250"/>
            <a:ext cx="365700" cy="365700"/>
          </a:xfrm>
          <a:prstGeom prst="diamond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6"/>
          <p:cNvSpPr/>
          <p:nvPr/>
        </p:nvSpPr>
        <p:spPr>
          <a:xfrm rot="5400000">
            <a:off x="8054975" y="342900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"/>
          <p:cNvSpPr/>
          <p:nvPr/>
        </p:nvSpPr>
        <p:spPr>
          <a:xfrm rot="10800000">
            <a:off x="8054975" y="4397825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" name="Google Shape;58;p6"/>
          <p:cNvGrpSpPr/>
          <p:nvPr/>
        </p:nvGrpSpPr>
        <p:grpSpPr>
          <a:xfrm>
            <a:off x="1249800" y="76325"/>
            <a:ext cx="7808400" cy="5067300"/>
            <a:chOff x="1249800" y="76325"/>
            <a:chExt cx="7808400" cy="5067300"/>
          </a:xfrm>
        </p:grpSpPr>
        <p:cxnSp>
          <p:nvCxnSpPr>
            <p:cNvPr id="59" name="Google Shape;59;p6"/>
            <p:cNvCxnSpPr/>
            <p:nvPr/>
          </p:nvCxnSpPr>
          <p:spPr>
            <a:xfrm>
              <a:off x="1249800" y="85800"/>
              <a:ext cx="780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" name="Google Shape;60;p6"/>
            <p:cNvCxnSpPr/>
            <p:nvPr/>
          </p:nvCxnSpPr>
          <p:spPr>
            <a:xfrm rot="10800000">
              <a:off x="9058200" y="76325"/>
              <a:ext cx="0" cy="5067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1" name="Google Shape;61;p6"/>
          <p:cNvGrpSpPr/>
          <p:nvPr/>
        </p:nvGrpSpPr>
        <p:grpSpPr>
          <a:xfrm>
            <a:off x="1249800" y="162125"/>
            <a:ext cx="7722600" cy="4981500"/>
            <a:chOff x="1249800" y="162125"/>
            <a:chExt cx="7722600" cy="4981500"/>
          </a:xfrm>
        </p:grpSpPr>
        <p:cxnSp>
          <p:nvCxnSpPr>
            <p:cNvPr id="62" name="Google Shape;62;p6"/>
            <p:cNvCxnSpPr/>
            <p:nvPr/>
          </p:nvCxnSpPr>
          <p:spPr>
            <a:xfrm>
              <a:off x="1249800" y="171625"/>
              <a:ext cx="7722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" name="Google Shape;63;p6"/>
            <p:cNvCxnSpPr/>
            <p:nvPr/>
          </p:nvCxnSpPr>
          <p:spPr>
            <a:xfrm rot="10800000">
              <a:off x="8972375" y="162125"/>
              <a:ext cx="0" cy="4981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4" name="Google Shape;64;p6"/>
          <p:cNvGrpSpPr/>
          <p:nvPr/>
        </p:nvGrpSpPr>
        <p:grpSpPr>
          <a:xfrm>
            <a:off x="1249800" y="247925"/>
            <a:ext cx="7636800" cy="4895700"/>
            <a:chOff x="1249800" y="247925"/>
            <a:chExt cx="7636800" cy="4895700"/>
          </a:xfrm>
        </p:grpSpPr>
        <p:cxnSp>
          <p:nvCxnSpPr>
            <p:cNvPr id="65" name="Google Shape;65;p6"/>
            <p:cNvCxnSpPr/>
            <p:nvPr/>
          </p:nvCxnSpPr>
          <p:spPr>
            <a:xfrm>
              <a:off x="1249800" y="257425"/>
              <a:ext cx="7636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6"/>
            <p:cNvCxnSpPr/>
            <p:nvPr/>
          </p:nvCxnSpPr>
          <p:spPr>
            <a:xfrm rot="10800000">
              <a:off x="8886575" y="247925"/>
              <a:ext cx="0" cy="48957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7" name="Google Shape;67;p6"/>
          <p:cNvSpPr txBox="1"/>
          <p:nvPr>
            <p:ph type="ctrTitle"/>
          </p:nvPr>
        </p:nvSpPr>
        <p:spPr>
          <a:xfrm>
            <a:off x="2418125" y="1304525"/>
            <a:ext cx="5325600" cy="157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TIX Two Text SemiBold"/>
              <a:buNone/>
              <a:defRPr sz="48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8" name="Google Shape;68;p6"/>
          <p:cNvSpPr txBox="1"/>
          <p:nvPr>
            <p:ph idx="2" type="subTitle"/>
          </p:nvPr>
        </p:nvSpPr>
        <p:spPr>
          <a:xfrm>
            <a:off x="2418125" y="3777425"/>
            <a:ext cx="2198100" cy="2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3" type="subTitle"/>
          </p:nvPr>
        </p:nvSpPr>
        <p:spPr>
          <a:xfrm>
            <a:off x="5545625" y="3777425"/>
            <a:ext cx="2198100" cy="2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4" type="subTitle"/>
          </p:nvPr>
        </p:nvSpPr>
        <p:spPr>
          <a:xfrm rot="-5400000">
            <a:off x="-225675" y="945575"/>
            <a:ext cx="1701300" cy="33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71" name="Google Shape;71;p6"/>
          <p:cNvSpPr txBox="1"/>
          <p:nvPr>
            <p:ph idx="5" type="subTitle"/>
          </p:nvPr>
        </p:nvSpPr>
        <p:spPr>
          <a:xfrm rot="-5400000">
            <a:off x="-225675" y="3868125"/>
            <a:ext cx="1701300" cy="33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72" name="Google Shape;72;p6"/>
          <p:cNvSpPr txBox="1"/>
          <p:nvPr>
            <p:ph idx="6" type="body"/>
          </p:nvPr>
        </p:nvSpPr>
        <p:spPr>
          <a:xfrm>
            <a:off x="2418125" y="4033925"/>
            <a:ext cx="2198100" cy="8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●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○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■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●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○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■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●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○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■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73" name="Google Shape;73;p6"/>
          <p:cNvSpPr txBox="1"/>
          <p:nvPr>
            <p:ph idx="7" type="body"/>
          </p:nvPr>
        </p:nvSpPr>
        <p:spPr>
          <a:xfrm>
            <a:off x="5545613" y="4033925"/>
            <a:ext cx="2198100" cy="8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●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○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■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●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○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■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●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○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■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7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76" name="Google Shape;76;p7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7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7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" name="Google Shape;79;p7"/>
          <p:cNvSpPr txBox="1"/>
          <p:nvPr>
            <p:ph type="ctrTitle"/>
          </p:nvPr>
        </p:nvSpPr>
        <p:spPr>
          <a:xfrm>
            <a:off x="352550" y="2171700"/>
            <a:ext cx="3860100" cy="8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STIX Two Text SemiBold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0" name="Google Shape;80;p7"/>
          <p:cNvSpPr txBox="1"/>
          <p:nvPr>
            <p:ph idx="1" type="subTitle"/>
          </p:nvPr>
        </p:nvSpPr>
        <p:spPr>
          <a:xfrm>
            <a:off x="4837750" y="766750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7"/>
          <p:cNvSpPr txBox="1"/>
          <p:nvPr>
            <p:ph idx="2" type="subTitle"/>
          </p:nvPr>
        </p:nvSpPr>
        <p:spPr>
          <a:xfrm>
            <a:off x="4837750" y="1099491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"/>
          <p:cNvSpPr txBox="1"/>
          <p:nvPr>
            <p:ph idx="3" type="subTitle"/>
          </p:nvPr>
        </p:nvSpPr>
        <p:spPr>
          <a:xfrm>
            <a:off x="4837750" y="1432233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7"/>
          <p:cNvSpPr txBox="1"/>
          <p:nvPr>
            <p:ph idx="4" type="subTitle"/>
          </p:nvPr>
        </p:nvSpPr>
        <p:spPr>
          <a:xfrm>
            <a:off x="4837750" y="1764974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7"/>
          <p:cNvSpPr txBox="1"/>
          <p:nvPr>
            <p:ph idx="5" type="subTitle"/>
          </p:nvPr>
        </p:nvSpPr>
        <p:spPr>
          <a:xfrm>
            <a:off x="4837750" y="2097715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7"/>
          <p:cNvSpPr txBox="1"/>
          <p:nvPr>
            <p:ph idx="6" type="subTitle"/>
          </p:nvPr>
        </p:nvSpPr>
        <p:spPr>
          <a:xfrm>
            <a:off x="4837750" y="2430456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7"/>
          <p:cNvSpPr txBox="1"/>
          <p:nvPr>
            <p:ph idx="7" type="subTitle"/>
          </p:nvPr>
        </p:nvSpPr>
        <p:spPr>
          <a:xfrm>
            <a:off x="4837750" y="276319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7"/>
          <p:cNvSpPr txBox="1"/>
          <p:nvPr>
            <p:ph idx="8" type="subTitle"/>
          </p:nvPr>
        </p:nvSpPr>
        <p:spPr>
          <a:xfrm>
            <a:off x="4837750" y="3095939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7"/>
          <p:cNvSpPr txBox="1"/>
          <p:nvPr>
            <p:ph idx="9" type="subTitle"/>
          </p:nvPr>
        </p:nvSpPr>
        <p:spPr>
          <a:xfrm>
            <a:off x="4837750" y="3428680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7"/>
          <p:cNvSpPr txBox="1"/>
          <p:nvPr>
            <p:ph idx="13" type="subTitle"/>
          </p:nvPr>
        </p:nvSpPr>
        <p:spPr>
          <a:xfrm>
            <a:off x="4837750" y="3761421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7"/>
          <p:cNvSpPr txBox="1"/>
          <p:nvPr>
            <p:ph idx="14" type="subTitle"/>
          </p:nvPr>
        </p:nvSpPr>
        <p:spPr>
          <a:xfrm>
            <a:off x="4837750" y="4094163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7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92" name="Google Shape;92;p7"/>
          <p:cNvSpPr txBox="1"/>
          <p:nvPr>
            <p:ph idx="15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3" name="Google Shape;93;p7"/>
          <p:cNvSpPr txBox="1"/>
          <p:nvPr>
            <p:ph idx="16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4" name="Google Shape;94;p7"/>
          <p:cNvSpPr txBox="1"/>
          <p:nvPr>
            <p:ph hasCustomPrompt="1" idx="17" type="title"/>
          </p:nvPr>
        </p:nvSpPr>
        <p:spPr>
          <a:xfrm>
            <a:off x="8155150" y="1099488"/>
            <a:ext cx="6210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r>
              <a:t>xx%</a:t>
            </a:r>
          </a:p>
        </p:txBody>
      </p:sp>
      <p:sp>
        <p:nvSpPr>
          <p:cNvPr id="95" name="Google Shape;95;p7"/>
          <p:cNvSpPr txBox="1"/>
          <p:nvPr>
            <p:ph hasCustomPrompt="1" idx="18" type="title"/>
          </p:nvPr>
        </p:nvSpPr>
        <p:spPr>
          <a:xfrm>
            <a:off x="8155150" y="1432225"/>
            <a:ext cx="6210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r>
              <a:t>xx%</a:t>
            </a:r>
          </a:p>
        </p:txBody>
      </p:sp>
      <p:sp>
        <p:nvSpPr>
          <p:cNvPr id="96" name="Google Shape;96;p7"/>
          <p:cNvSpPr txBox="1"/>
          <p:nvPr>
            <p:ph hasCustomPrompt="1" idx="19" type="title"/>
          </p:nvPr>
        </p:nvSpPr>
        <p:spPr>
          <a:xfrm>
            <a:off x="8155150" y="1764975"/>
            <a:ext cx="6210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r>
              <a:t>xx%</a:t>
            </a:r>
          </a:p>
        </p:txBody>
      </p:sp>
      <p:sp>
        <p:nvSpPr>
          <p:cNvPr id="97" name="Google Shape;97;p7"/>
          <p:cNvSpPr txBox="1"/>
          <p:nvPr>
            <p:ph hasCustomPrompt="1" idx="20" type="title"/>
          </p:nvPr>
        </p:nvSpPr>
        <p:spPr>
          <a:xfrm>
            <a:off x="8155150" y="2097713"/>
            <a:ext cx="6210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r>
              <a:t>xx%</a:t>
            </a:r>
          </a:p>
        </p:txBody>
      </p:sp>
      <p:sp>
        <p:nvSpPr>
          <p:cNvPr id="98" name="Google Shape;98;p7"/>
          <p:cNvSpPr txBox="1"/>
          <p:nvPr>
            <p:ph hasCustomPrompt="1" idx="21" type="title"/>
          </p:nvPr>
        </p:nvSpPr>
        <p:spPr>
          <a:xfrm>
            <a:off x="8155150" y="2430438"/>
            <a:ext cx="6210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7"/>
          <p:cNvSpPr txBox="1"/>
          <p:nvPr>
            <p:ph hasCustomPrompt="1" idx="22" type="title"/>
          </p:nvPr>
        </p:nvSpPr>
        <p:spPr>
          <a:xfrm>
            <a:off x="8155150" y="2763188"/>
            <a:ext cx="6210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r>
              <a:t>xx%</a:t>
            </a:r>
          </a:p>
        </p:txBody>
      </p:sp>
      <p:sp>
        <p:nvSpPr>
          <p:cNvPr id="100" name="Google Shape;100;p7"/>
          <p:cNvSpPr txBox="1"/>
          <p:nvPr>
            <p:ph hasCustomPrompt="1" idx="23" type="title"/>
          </p:nvPr>
        </p:nvSpPr>
        <p:spPr>
          <a:xfrm>
            <a:off x="8155150" y="3095925"/>
            <a:ext cx="6210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r>
              <a:t>xx%</a:t>
            </a:r>
          </a:p>
        </p:txBody>
      </p:sp>
      <p:sp>
        <p:nvSpPr>
          <p:cNvPr id="101" name="Google Shape;101;p7"/>
          <p:cNvSpPr txBox="1"/>
          <p:nvPr>
            <p:ph hasCustomPrompt="1" idx="24" type="title"/>
          </p:nvPr>
        </p:nvSpPr>
        <p:spPr>
          <a:xfrm>
            <a:off x="8155150" y="3428688"/>
            <a:ext cx="6210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r>
              <a:t>xx%</a:t>
            </a:r>
          </a:p>
        </p:txBody>
      </p:sp>
      <p:sp>
        <p:nvSpPr>
          <p:cNvPr id="102" name="Google Shape;102;p7"/>
          <p:cNvSpPr txBox="1"/>
          <p:nvPr>
            <p:ph hasCustomPrompt="1" idx="25" type="title"/>
          </p:nvPr>
        </p:nvSpPr>
        <p:spPr>
          <a:xfrm>
            <a:off x="8155150" y="3761400"/>
            <a:ext cx="6210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7"/>
          <p:cNvSpPr txBox="1"/>
          <p:nvPr>
            <p:ph hasCustomPrompt="1" idx="26" type="title"/>
          </p:nvPr>
        </p:nvSpPr>
        <p:spPr>
          <a:xfrm>
            <a:off x="8155150" y="4094150"/>
            <a:ext cx="6210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r>
              <a:t>xx%</a:t>
            </a:r>
          </a:p>
        </p:txBody>
      </p:sp>
      <p:sp>
        <p:nvSpPr>
          <p:cNvPr id="104" name="Google Shape;104;p7"/>
          <p:cNvSpPr txBox="1"/>
          <p:nvPr>
            <p:ph hasCustomPrompt="1" idx="27" type="title"/>
          </p:nvPr>
        </p:nvSpPr>
        <p:spPr>
          <a:xfrm>
            <a:off x="8155150" y="766763"/>
            <a:ext cx="6210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4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8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07" name="Google Shape;107;p8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8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8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11" name="Google Shape;111;p8"/>
          <p:cNvSpPr txBox="1"/>
          <p:nvPr>
            <p:ph type="ctrTitle"/>
          </p:nvPr>
        </p:nvSpPr>
        <p:spPr>
          <a:xfrm>
            <a:off x="352550" y="2171700"/>
            <a:ext cx="3860100" cy="8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STIX Two Text SemiBold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2" name="Google Shape;112;p8"/>
          <p:cNvSpPr/>
          <p:nvPr/>
        </p:nvSpPr>
        <p:spPr>
          <a:xfrm rot="10800000">
            <a:off x="4795425" y="1030600"/>
            <a:ext cx="4116300" cy="438300"/>
          </a:xfrm>
          <a:prstGeom prst="chevron">
            <a:avLst>
              <a:gd fmla="val 2075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"/>
          <p:cNvSpPr txBox="1"/>
          <p:nvPr>
            <p:ph idx="1" type="subTitle"/>
          </p:nvPr>
        </p:nvSpPr>
        <p:spPr>
          <a:xfrm>
            <a:off x="4931528" y="1108450"/>
            <a:ext cx="36918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8"/>
          <p:cNvSpPr/>
          <p:nvPr/>
        </p:nvSpPr>
        <p:spPr>
          <a:xfrm rot="10800000">
            <a:off x="4795425" y="1559400"/>
            <a:ext cx="4116300" cy="438300"/>
          </a:xfrm>
          <a:prstGeom prst="chevron">
            <a:avLst>
              <a:gd fmla="val 20755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"/>
          <p:cNvSpPr txBox="1"/>
          <p:nvPr>
            <p:ph idx="2" type="subTitle"/>
          </p:nvPr>
        </p:nvSpPr>
        <p:spPr>
          <a:xfrm>
            <a:off x="4931528" y="1637250"/>
            <a:ext cx="36918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6" name="Google Shape;116;p8"/>
          <p:cNvSpPr/>
          <p:nvPr/>
        </p:nvSpPr>
        <p:spPr>
          <a:xfrm rot="10800000">
            <a:off x="4795425" y="2088200"/>
            <a:ext cx="4116300" cy="438300"/>
          </a:xfrm>
          <a:prstGeom prst="chevron">
            <a:avLst>
              <a:gd fmla="val 2075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"/>
          <p:cNvSpPr txBox="1"/>
          <p:nvPr>
            <p:ph idx="3" type="subTitle"/>
          </p:nvPr>
        </p:nvSpPr>
        <p:spPr>
          <a:xfrm>
            <a:off x="4931528" y="2166050"/>
            <a:ext cx="36918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8" name="Google Shape;118;p8"/>
          <p:cNvSpPr/>
          <p:nvPr/>
        </p:nvSpPr>
        <p:spPr>
          <a:xfrm rot="10800000">
            <a:off x="4795425" y="2617000"/>
            <a:ext cx="4116300" cy="438300"/>
          </a:xfrm>
          <a:prstGeom prst="chevron">
            <a:avLst>
              <a:gd fmla="val 20755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"/>
          <p:cNvSpPr txBox="1"/>
          <p:nvPr>
            <p:ph idx="4" type="subTitle"/>
          </p:nvPr>
        </p:nvSpPr>
        <p:spPr>
          <a:xfrm>
            <a:off x="4931528" y="2694850"/>
            <a:ext cx="36918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0" name="Google Shape;120;p8"/>
          <p:cNvSpPr/>
          <p:nvPr/>
        </p:nvSpPr>
        <p:spPr>
          <a:xfrm rot="10800000">
            <a:off x="4795425" y="3145800"/>
            <a:ext cx="4116300" cy="438300"/>
          </a:xfrm>
          <a:prstGeom prst="chevron">
            <a:avLst>
              <a:gd fmla="val 2075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"/>
          <p:cNvSpPr txBox="1"/>
          <p:nvPr>
            <p:ph idx="5" type="subTitle"/>
          </p:nvPr>
        </p:nvSpPr>
        <p:spPr>
          <a:xfrm>
            <a:off x="4931528" y="3223650"/>
            <a:ext cx="36918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2" name="Google Shape;122;p8"/>
          <p:cNvSpPr/>
          <p:nvPr/>
        </p:nvSpPr>
        <p:spPr>
          <a:xfrm rot="10800000">
            <a:off x="4795425" y="3674600"/>
            <a:ext cx="4116300" cy="438300"/>
          </a:xfrm>
          <a:prstGeom prst="chevron">
            <a:avLst>
              <a:gd fmla="val 20755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/>
          <p:cNvSpPr txBox="1"/>
          <p:nvPr>
            <p:ph idx="6" type="subTitle"/>
          </p:nvPr>
        </p:nvSpPr>
        <p:spPr>
          <a:xfrm>
            <a:off x="4931528" y="3752450"/>
            <a:ext cx="36918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SECTION_HEADER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9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26" name="Google Shape;126;p9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9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9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9"/>
          <p:cNvSpPr txBox="1"/>
          <p:nvPr>
            <p:ph type="ctrTitle"/>
          </p:nvPr>
        </p:nvSpPr>
        <p:spPr>
          <a:xfrm>
            <a:off x="352550" y="2171700"/>
            <a:ext cx="3860100" cy="8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STIX Two Text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0" name="Google Shape;130;p9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31" name="Google Shape;131;p9"/>
          <p:cNvSpPr txBox="1"/>
          <p:nvPr>
            <p:ph idx="1" type="body"/>
          </p:nvPr>
        </p:nvSpPr>
        <p:spPr>
          <a:xfrm>
            <a:off x="4829450" y="1385875"/>
            <a:ext cx="3849300" cy="23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with footer">
  <p:cSld name="CUSTOM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0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34" name="Google Shape;134;p10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0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0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" name="Google Shape;137;p10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38" name="Google Shape;138;p10"/>
          <p:cNvSpPr txBox="1"/>
          <p:nvPr>
            <p:ph type="title"/>
          </p:nvPr>
        </p:nvSpPr>
        <p:spPr>
          <a:xfrm>
            <a:off x="1712775" y="1103850"/>
            <a:ext cx="6974100" cy="293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9" name="Google Shape;139;p10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0" name="Google Shape;140;p10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1" name="Google Shape;141;p10"/>
          <p:cNvSpPr txBox="1"/>
          <p:nvPr>
            <p:ph idx="3" type="subTitle"/>
          </p:nvPr>
        </p:nvSpPr>
        <p:spPr>
          <a:xfrm rot="-5400000">
            <a:off x="-1577350" y="2403575"/>
            <a:ext cx="4226400" cy="33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1_3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11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44" name="Google Shape;144;p11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1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" name="Google Shape;147;p11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48" name="Google Shape;148;p11"/>
          <p:cNvSpPr txBox="1"/>
          <p:nvPr>
            <p:ph type="title"/>
          </p:nvPr>
        </p:nvSpPr>
        <p:spPr>
          <a:xfrm>
            <a:off x="1712775" y="1103850"/>
            <a:ext cx="6974100" cy="293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9" name="Google Shape;149;p11"/>
          <p:cNvSpPr txBox="1"/>
          <p:nvPr>
            <p:ph idx="1" type="subTitle"/>
          </p:nvPr>
        </p:nvSpPr>
        <p:spPr>
          <a:xfrm rot="-5400000">
            <a:off x="-1577350" y="2403575"/>
            <a:ext cx="4226400" cy="33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1_2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12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52" name="Google Shape;152;p12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2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2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" name="Google Shape;155;p12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grpSp>
        <p:nvGrpSpPr>
          <p:cNvPr id="156" name="Google Shape;156;p12"/>
          <p:cNvGrpSpPr/>
          <p:nvPr/>
        </p:nvGrpSpPr>
        <p:grpSpPr>
          <a:xfrm>
            <a:off x="352550" y="0"/>
            <a:ext cx="640200" cy="4039455"/>
            <a:chOff x="3245525" y="0"/>
            <a:chExt cx="640200" cy="4306455"/>
          </a:xfrm>
        </p:grpSpPr>
        <p:sp>
          <p:nvSpPr>
            <p:cNvPr id="157" name="Google Shape;157;p12"/>
            <p:cNvSpPr/>
            <p:nvPr/>
          </p:nvSpPr>
          <p:spPr>
            <a:xfrm rot="-5400000">
              <a:off x="2879825" y="3300555"/>
              <a:ext cx="1371600" cy="640200"/>
            </a:xfrm>
            <a:prstGeom prst="chevron">
              <a:avLst>
                <a:gd fmla="val 2075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2"/>
            <p:cNvSpPr/>
            <p:nvPr/>
          </p:nvSpPr>
          <p:spPr>
            <a:xfrm>
              <a:off x="3245525" y="0"/>
              <a:ext cx="640200" cy="3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" name="Google Shape;159;p12"/>
          <p:cNvSpPr txBox="1"/>
          <p:nvPr>
            <p:ph type="title"/>
          </p:nvPr>
        </p:nvSpPr>
        <p:spPr>
          <a:xfrm>
            <a:off x="1712775" y="1103850"/>
            <a:ext cx="6974100" cy="293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1_2_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13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62" name="Google Shape;162;p13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3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" name="Google Shape;165;p13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66" name="Google Shape;166;p13"/>
          <p:cNvSpPr txBox="1"/>
          <p:nvPr>
            <p:ph type="title"/>
          </p:nvPr>
        </p:nvSpPr>
        <p:spPr>
          <a:xfrm>
            <a:off x="311700" y="1555150"/>
            <a:ext cx="2896800" cy="23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with footer">
  <p:cSld name="CUSTOM_1_2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14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69" name="Google Shape;169;p14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2" name="Google Shape;172;p14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73" name="Google Shape;173;p14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4" name="Google Shape;174;p14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5" name="Google Shape;175;p14"/>
          <p:cNvSpPr txBox="1"/>
          <p:nvPr>
            <p:ph idx="3" type="body"/>
          </p:nvPr>
        </p:nvSpPr>
        <p:spPr>
          <a:xfrm>
            <a:off x="5953000" y="2192550"/>
            <a:ext cx="2924100" cy="7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6" name="Google Shape;176;p14"/>
          <p:cNvSpPr txBox="1"/>
          <p:nvPr>
            <p:ph hasCustomPrompt="1" type="title"/>
          </p:nvPr>
        </p:nvSpPr>
        <p:spPr>
          <a:xfrm>
            <a:off x="457200" y="1106125"/>
            <a:ext cx="4794600" cy="308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1_2_1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15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79" name="Google Shape;179;p15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5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5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" name="Google Shape;182;p15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83" name="Google Shape;183;p15"/>
          <p:cNvSpPr txBox="1"/>
          <p:nvPr>
            <p:ph hasCustomPrompt="1" type="title"/>
          </p:nvPr>
        </p:nvSpPr>
        <p:spPr>
          <a:xfrm>
            <a:off x="457200" y="1106125"/>
            <a:ext cx="4794600" cy="308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9pPr>
          </a:lstStyle>
          <a:p>
            <a:r>
              <a:t>xx%</a:t>
            </a:r>
          </a:p>
        </p:txBody>
      </p:sp>
      <p:sp>
        <p:nvSpPr>
          <p:cNvPr id="184" name="Google Shape;184;p15"/>
          <p:cNvSpPr txBox="1"/>
          <p:nvPr>
            <p:ph idx="1" type="body"/>
          </p:nvPr>
        </p:nvSpPr>
        <p:spPr>
          <a:xfrm>
            <a:off x="5953000" y="2192550"/>
            <a:ext cx="2924100" cy="7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with footer">
  <p:cSld name="CUSTOM_1_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16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87" name="Google Shape;187;p16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6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6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0" name="Google Shape;190;p16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91" name="Google Shape;191;p16"/>
          <p:cNvSpPr txBox="1"/>
          <p:nvPr>
            <p:ph type="title"/>
          </p:nvPr>
        </p:nvSpPr>
        <p:spPr>
          <a:xfrm>
            <a:off x="4829450" y="2249350"/>
            <a:ext cx="3849300" cy="7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2" name="Google Shape;192;p16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3" name="Google Shape;193;p16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4" name="Google Shape;194;p16"/>
          <p:cNvSpPr txBox="1"/>
          <p:nvPr>
            <p:ph idx="3" type="body"/>
          </p:nvPr>
        </p:nvSpPr>
        <p:spPr>
          <a:xfrm>
            <a:off x="4829450" y="3077525"/>
            <a:ext cx="3849300" cy="13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5" name="Google Shape;195;p16"/>
          <p:cNvSpPr txBox="1"/>
          <p:nvPr>
            <p:ph idx="4" type="subTitle"/>
          </p:nvPr>
        </p:nvSpPr>
        <p:spPr>
          <a:xfrm>
            <a:off x="4829450" y="685800"/>
            <a:ext cx="3849300" cy="2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16"/>
          <p:cNvSpPr/>
          <p:nvPr>
            <p:ph idx="5" type="pic"/>
          </p:nvPr>
        </p:nvSpPr>
        <p:spPr>
          <a:xfrm>
            <a:off x="457200" y="685800"/>
            <a:ext cx="3755400" cy="3771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1_1_2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p17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99" name="Google Shape;199;p17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2" name="Google Shape;202;p17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203" name="Google Shape;203;p17"/>
          <p:cNvSpPr txBox="1"/>
          <p:nvPr>
            <p:ph type="title"/>
          </p:nvPr>
        </p:nvSpPr>
        <p:spPr>
          <a:xfrm>
            <a:off x="4829450" y="685800"/>
            <a:ext cx="3849300" cy="13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4" name="Google Shape;204;p17"/>
          <p:cNvSpPr txBox="1"/>
          <p:nvPr>
            <p:ph idx="1" type="body"/>
          </p:nvPr>
        </p:nvSpPr>
        <p:spPr>
          <a:xfrm>
            <a:off x="4829450" y="3077525"/>
            <a:ext cx="3849300" cy="13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5" name="Google Shape;205;p17"/>
          <p:cNvSpPr/>
          <p:nvPr>
            <p:ph idx="2" type="pic"/>
          </p:nvPr>
        </p:nvSpPr>
        <p:spPr>
          <a:xfrm>
            <a:off x="457200" y="685800"/>
            <a:ext cx="3755400" cy="3771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1_1_2_1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207;p18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208" name="Google Shape;208;p18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8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8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1" name="Google Shape;211;p18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212" name="Google Shape;212;p18"/>
          <p:cNvSpPr/>
          <p:nvPr>
            <p:ph idx="2" type="pic"/>
          </p:nvPr>
        </p:nvSpPr>
        <p:spPr>
          <a:xfrm>
            <a:off x="4931375" y="685800"/>
            <a:ext cx="3755400" cy="3771900"/>
          </a:xfrm>
          <a:prstGeom prst="rect">
            <a:avLst/>
          </a:prstGeom>
          <a:noFill/>
          <a:ln>
            <a:noFill/>
          </a:ln>
        </p:spPr>
      </p:sp>
      <p:sp>
        <p:nvSpPr>
          <p:cNvPr id="213" name="Google Shape;213;p18"/>
          <p:cNvSpPr txBox="1"/>
          <p:nvPr>
            <p:ph type="title"/>
          </p:nvPr>
        </p:nvSpPr>
        <p:spPr>
          <a:xfrm>
            <a:off x="311700" y="1555150"/>
            <a:ext cx="2896800" cy="23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with footer">
  <p:cSld name="CUSTOM_1_1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p19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216" name="Google Shape;216;p19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9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9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9" name="Google Shape;219;p19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220" name="Google Shape;220;p19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1" name="Google Shape;221;p19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222" name="Google Shape;222;p19"/>
          <p:cNvGrpSpPr/>
          <p:nvPr/>
        </p:nvGrpSpPr>
        <p:grpSpPr>
          <a:xfrm>
            <a:off x="3572375" y="0"/>
            <a:ext cx="640200" cy="4470100"/>
            <a:chOff x="3245525" y="0"/>
            <a:chExt cx="640200" cy="4306455"/>
          </a:xfrm>
        </p:grpSpPr>
        <p:sp>
          <p:nvSpPr>
            <p:cNvPr id="223" name="Google Shape;223;p19"/>
            <p:cNvSpPr/>
            <p:nvPr/>
          </p:nvSpPr>
          <p:spPr>
            <a:xfrm rot="-5400000">
              <a:off x="2879825" y="3300555"/>
              <a:ext cx="1371600" cy="640200"/>
            </a:xfrm>
            <a:prstGeom prst="chevron">
              <a:avLst>
                <a:gd fmla="val 2075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9"/>
            <p:cNvSpPr/>
            <p:nvPr/>
          </p:nvSpPr>
          <p:spPr>
            <a:xfrm>
              <a:off x="3245525" y="0"/>
              <a:ext cx="640200" cy="3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5" name="Google Shape;225;p19"/>
          <p:cNvSpPr txBox="1"/>
          <p:nvPr>
            <p:ph idx="3" type="subTitle"/>
          </p:nvPr>
        </p:nvSpPr>
        <p:spPr>
          <a:xfrm>
            <a:off x="4829450" y="768100"/>
            <a:ext cx="3765000" cy="2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19"/>
          <p:cNvSpPr txBox="1"/>
          <p:nvPr>
            <p:ph idx="4" type="body"/>
          </p:nvPr>
        </p:nvSpPr>
        <p:spPr>
          <a:xfrm>
            <a:off x="4829450" y="998844"/>
            <a:ext cx="3765000" cy="8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7" name="Google Shape;227;p19"/>
          <p:cNvSpPr txBox="1"/>
          <p:nvPr>
            <p:ph idx="5" type="subTitle"/>
          </p:nvPr>
        </p:nvSpPr>
        <p:spPr>
          <a:xfrm>
            <a:off x="4829450" y="2018873"/>
            <a:ext cx="3765000" cy="2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19"/>
          <p:cNvSpPr txBox="1"/>
          <p:nvPr>
            <p:ph idx="6" type="body"/>
          </p:nvPr>
        </p:nvSpPr>
        <p:spPr>
          <a:xfrm>
            <a:off x="4829450" y="2249617"/>
            <a:ext cx="3765000" cy="8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9" name="Google Shape;229;p19"/>
          <p:cNvSpPr txBox="1"/>
          <p:nvPr>
            <p:ph idx="7" type="subTitle"/>
          </p:nvPr>
        </p:nvSpPr>
        <p:spPr>
          <a:xfrm>
            <a:off x="4829450" y="3274833"/>
            <a:ext cx="3765000" cy="2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19"/>
          <p:cNvSpPr txBox="1"/>
          <p:nvPr>
            <p:ph idx="8" type="body"/>
          </p:nvPr>
        </p:nvSpPr>
        <p:spPr>
          <a:xfrm>
            <a:off x="4829450" y="3505577"/>
            <a:ext cx="3765000" cy="8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31" name="Google Shape;231;p19"/>
          <p:cNvSpPr txBox="1"/>
          <p:nvPr>
            <p:ph type="ctrTitle"/>
          </p:nvPr>
        </p:nvSpPr>
        <p:spPr>
          <a:xfrm>
            <a:off x="352550" y="2171700"/>
            <a:ext cx="3219900" cy="8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STIX Two Text SemiBold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1_1_1_4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20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234" name="Google Shape;234;p20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0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0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7" name="Google Shape;237;p20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grpSp>
        <p:nvGrpSpPr>
          <p:cNvPr id="238" name="Google Shape;238;p20"/>
          <p:cNvGrpSpPr/>
          <p:nvPr/>
        </p:nvGrpSpPr>
        <p:grpSpPr>
          <a:xfrm>
            <a:off x="3572375" y="0"/>
            <a:ext cx="640200" cy="4470100"/>
            <a:chOff x="3245525" y="0"/>
            <a:chExt cx="640200" cy="4306455"/>
          </a:xfrm>
        </p:grpSpPr>
        <p:sp>
          <p:nvSpPr>
            <p:cNvPr id="239" name="Google Shape;239;p20"/>
            <p:cNvSpPr/>
            <p:nvPr/>
          </p:nvSpPr>
          <p:spPr>
            <a:xfrm rot="-5400000">
              <a:off x="2879825" y="3300555"/>
              <a:ext cx="1371600" cy="640200"/>
            </a:xfrm>
            <a:prstGeom prst="chevron">
              <a:avLst>
                <a:gd fmla="val 2075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0"/>
            <p:cNvSpPr/>
            <p:nvPr/>
          </p:nvSpPr>
          <p:spPr>
            <a:xfrm>
              <a:off x="3245525" y="0"/>
              <a:ext cx="640200" cy="3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1" name="Google Shape;241;p20"/>
          <p:cNvSpPr txBox="1"/>
          <p:nvPr>
            <p:ph idx="1" type="subTitle"/>
          </p:nvPr>
        </p:nvSpPr>
        <p:spPr>
          <a:xfrm>
            <a:off x="4829450" y="768100"/>
            <a:ext cx="3765000" cy="2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20"/>
          <p:cNvSpPr txBox="1"/>
          <p:nvPr>
            <p:ph idx="2" type="body"/>
          </p:nvPr>
        </p:nvSpPr>
        <p:spPr>
          <a:xfrm>
            <a:off x="4829450" y="998844"/>
            <a:ext cx="3765000" cy="8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43" name="Google Shape;243;p20"/>
          <p:cNvSpPr txBox="1"/>
          <p:nvPr>
            <p:ph idx="3" type="subTitle"/>
          </p:nvPr>
        </p:nvSpPr>
        <p:spPr>
          <a:xfrm>
            <a:off x="4829450" y="2018873"/>
            <a:ext cx="3765000" cy="2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20"/>
          <p:cNvSpPr txBox="1"/>
          <p:nvPr>
            <p:ph idx="4" type="body"/>
          </p:nvPr>
        </p:nvSpPr>
        <p:spPr>
          <a:xfrm>
            <a:off x="4829450" y="2249617"/>
            <a:ext cx="3765000" cy="8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45" name="Google Shape;245;p20"/>
          <p:cNvSpPr txBox="1"/>
          <p:nvPr>
            <p:ph idx="5" type="subTitle"/>
          </p:nvPr>
        </p:nvSpPr>
        <p:spPr>
          <a:xfrm>
            <a:off x="4829450" y="3274833"/>
            <a:ext cx="3765000" cy="2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20"/>
          <p:cNvSpPr txBox="1"/>
          <p:nvPr>
            <p:ph idx="6" type="body"/>
          </p:nvPr>
        </p:nvSpPr>
        <p:spPr>
          <a:xfrm>
            <a:off x="4829450" y="3505577"/>
            <a:ext cx="3765000" cy="8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47" name="Google Shape;247;p20"/>
          <p:cNvSpPr txBox="1"/>
          <p:nvPr>
            <p:ph type="title"/>
          </p:nvPr>
        </p:nvSpPr>
        <p:spPr>
          <a:xfrm>
            <a:off x="311700" y="1555150"/>
            <a:ext cx="2896800" cy="23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1_1_1_3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21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250" name="Google Shape;250;p21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1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1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" name="Google Shape;253;p21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254" name="Google Shape;254;p21"/>
          <p:cNvSpPr txBox="1"/>
          <p:nvPr>
            <p:ph idx="1" type="subTitle"/>
          </p:nvPr>
        </p:nvSpPr>
        <p:spPr>
          <a:xfrm>
            <a:off x="4829450" y="1741450"/>
            <a:ext cx="3765000" cy="2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1"/>
          <p:cNvSpPr txBox="1"/>
          <p:nvPr>
            <p:ph idx="2" type="body"/>
          </p:nvPr>
        </p:nvSpPr>
        <p:spPr>
          <a:xfrm>
            <a:off x="4829450" y="1972200"/>
            <a:ext cx="3765000" cy="6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256" name="Google Shape;256;p21"/>
          <p:cNvGrpSpPr/>
          <p:nvPr/>
        </p:nvGrpSpPr>
        <p:grpSpPr>
          <a:xfrm>
            <a:off x="3572375" y="0"/>
            <a:ext cx="640200" cy="4470100"/>
            <a:chOff x="3245525" y="0"/>
            <a:chExt cx="640200" cy="4306455"/>
          </a:xfrm>
        </p:grpSpPr>
        <p:sp>
          <p:nvSpPr>
            <p:cNvPr id="257" name="Google Shape;257;p21"/>
            <p:cNvSpPr/>
            <p:nvPr/>
          </p:nvSpPr>
          <p:spPr>
            <a:xfrm rot="-5400000">
              <a:off x="2879825" y="3300555"/>
              <a:ext cx="1371600" cy="640200"/>
            </a:xfrm>
            <a:prstGeom prst="chevron">
              <a:avLst>
                <a:gd fmla="val 2075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1"/>
            <p:cNvSpPr/>
            <p:nvPr/>
          </p:nvSpPr>
          <p:spPr>
            <a:xfrm>
              <a:off x="3245525" y="0"/>
              <a:ext cx="640200" cy="3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9" name="Google Shape;259;p21"/>
          <p:cNvSpPr txBox="1"/>
          <p:nvPr>
            <p:ph idx="3" type="subTitle"/>
          </p:nvPr>
        </p:nvSpPr>
        <p:spPr>
          <a:xfrm>
            <a:off x="4829450" y="768100"/>
            <a:ext cx="3765000" cy="2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21"/>
          <p:cNvSpPr txBox="1"/>
          <p:nvPr>
            <p:ph idx="4" type="body"/>
          </p:nvPr>
        </p:nvSpPr>
        <p:spPr>
          <a:xfrm>
            <a:off x="4829450" y="998850"/>
            <a:ext cx="3765000" cy="6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1" name="Google Shape;261;p21"/>
          <p:cNvSpPr txBox="1"/>
          <p:nvPr>
            <p:ph idx="5" type="subTitle"/>
          </p:nvPr>
        </p:nvSpPr>
        <p:spPr>
          <a:xfrm>
            <a:off x="4829450" y="2714800"/>
            <a:ext cx="3765000" cy="2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21"/>
          <p:cNvSpPr txBox="1"/>
          <p:nvPr>
            <p:ph idx="6" type="body"/>
          </p:nvPr>
        </p:nvSpPr>
        <p:spPr>
          <a:xfrm>
            <a:off x="4829450" y="2945550"/>
            <a:ext cx="3765000" cy="6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3" name="Google Shape;263;p21"/>
          <p:cNvSpPr txBox="1"/>
          <p:nvPr>
            <p:ph idx="7" type="subTitle"/>
          </p:nvPr>
        </p:nvSpPr>
        <p:spPr>
          <a:xfrm>
            <a:off x="4829450" y="3688150"/>
            <a:ext cx="3765000" cy="2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idx="8" type="body"/>
          </p:nvPr>
        </p:nvSpPr>
        <p:spPr>
          <a:xfrm>
            <a:off x="4829450" y="3918900"/>
            <a:ext cx="3765000" cy="6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5" name="Google Shape;265;p21"/>
          <p:cNvSpPr txBox="1"/>
          <p:nvPr>
            <p:ph type="title"/>
          </p:nvPr>
        </p:nvSpPr>
        <p:spPr>
          <a:xfrm>
            <a:off x="311700" y="1555150"/>
            <a:ext cx="2896800" cy="23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710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wo big ideas">
  <p:cSld name="CUSTOM_1_1_1_2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2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268" name="Google Shape;268;p22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2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2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1" name="Google Shape;271;p22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grpSp>
        <p:nvGrpSpPr>
          <p:cNvPr id="272" name="Google Shape;272;p22"/>
          <p:cNvGrpSpPr/>
          <p:nvPr/>
        </p:nvGrpSpPr>
        <p:grpSpPr>
          <a:xfrm>
            <a:off x="3572375" y="0"/>
            <a:ext cx="640200" cy="4470100"/>
            <a:chOff x="3245525" y="0"/>
            <a:chExt cx="640200" cy="4306455"/>
          </a:xfrm>
        </p:grpSpPr>
        <p:sp>
          <p:nvSpPr>
            <p:cNvPr id="273" name="Google Shape;273;p22"/>
            <p:cNvSpPr/>
            <p:nvPr/>
          </p:nvSpPr>
          <p:spPr>
            <a:xfrm rot="-5400000">
              <a:off x="2879825" y="3300555"/>
              <a:ext cx="1371600" cy="640200"/>
            </a:xfrm>
            <a:prstGeom prst="chevron">
              <a:avLst>
                <a:gd fmla="val 2075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2"/>
            <p:cNvSpPr/>
            <p:nvPr/>
          </p:nvSpPr>
          <p:spPr>
            <a:xfrm>
              <a:off x="3245525" y="0"/>
              <a:ext cx="640200" cy="3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5" name="Google Shape;275;p22"/>
          <p:cNvSpPr txBox="1"/>
          <p:nvPr>
            <p:ph idx="1" type="subTitle"/>
          </p:nvPr>
        </p:nvSpPr>
        <p:spPr>
          <a:xfrm>
            <a:off x="4829450" y="768100"/>
            <a:ext cx="3765000" cy="2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22"/>
          <p:cNvSpPr txBox="1"/>
          <p:nvPr>
            <p:ph idx="2" type="subTitle"/>
          </p:nvPr>
        </p:nvSpPr>
        <p:spPr>
          <a:xfrm>
            <a:off x="4829450" y="768098"/>
            <a:ext cx="3765000" cy="2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22"/>
          <p:cNvSpPr txBox="1"/>
          <p:nvPr>
            <p:ph idx="3" type="body"/>
          </p:nvPr>
        </p:nvSpPr>
        <p:spPr>
          <a:xfrm>
            <a:off x="4829450" y="998850"/>
            <a:ext cx="3765000" cy="14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8" name="Google Shape;278;p22"/>
          <p:cNvSpPr txBox="1"/>
          <p:nvPr>
            <p:ph idx="4" type="subTitle"/>
          </p:nvPr>
        </p:nvSpPr>
        <p:spPr>
          <a:xfrm>
            <a:off x="4829450" y="2571748"/>
            <a:ext cx="3765000" cy="2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22"/>
          <p:cNvSpPr txBox="1"/>
          <p:nvPr>
            <p:ph idx="5" type="body"/>
          </p:nvPr>
        </p:nvSpPr>
        <p:spPr>
          <a:xfrm>
            <a:off x="4829450" y="2802500"/>
            <a:ext cx="3765000" cy="14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0" name="Google Shape;280;p22"/>
          <p:cNvSpPr txBox="1"/>
          <p:nvPr>
            <p:ph type="title"/>
          </p:nvPr>
        </p:nvSpPr>
        <p:spPr>
          <a:xfrm>
            <a:off x="311700" y="1555150"/>
            <a:ext cx="2896800" cy="23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with footer">
  <p:cSld name="CUSTOM_1_1_1_1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282;p23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283" name="Google Shape;283;p23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3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3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6" name="Google Shape;286;p23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287" name="Google Shape;287;p23"/>
          <p:cNvSpPr txBox="1"/>
          <p:nvPr>
            <p:ph idx="1" type="body"/>
          </p:nvPr>
        </p:nvSpPr>
        <p:spPr>
          <a:xfrm>
            <a:off x="1985550" y="3609025"/>
            <a:ext cx="18804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8" name="Google Shape;288;p23"/>
          <p:cNvSpPr txBox="1"/>
          <p:nvPr>
            <p:ph idx="2" type="body"/>
          </p:nvPr>
        </p:nvSpPr>
        <p:spPr>
          <a:xfrm>
            <a:off x="366100" y="1528100"/>
            <a:ext cx="18804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9" name="Google Shape;289;p23"/>
          <p:cNvSpPr txBox="1"/>
          <p:nvPr>
            <p:ph idx="3" type="body"/>
          </p:nvPr>
        </p:nvSpPr>
        <p:spPr>
          <a:xfrm>
            <a:off x="6920925" y="1528100"/>
            <a:ext cx="18804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0" name="Google Shape;290;p23"/>
          <p:cNvSpPr txBox="1"/>
          <p:nvPr>
            <p:ph idx="4" type="body"/>
          </p:nvPr>
        </p:nvSpPr>
        <p:spPr>
          <a:xfrm>
            <a:off x="3630125" y="1528100"/>
            <a:ext cx="18804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1" name="Google Shape;291;p23"/>
          <p:cNvSpPr txBox="1"/>
          <p:nvPr>
            <p:ph idx="5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92" name="Google Shape;292;p23"/>
          <p:cNvSpPr txBox="1"/>
          <p:nvPr>
            <p:ph idx="6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293" name="Google Shape;293;p23"/>
          <p:cNvGrpSpPr/>
          <p:nvPr/>
        </p:nvGrpSpPr>
        <p:grpSpPr>
          <a:xfrm rot="-5400000">
            <a:off x="4010494" y="-1441999"/>
            <a:ext cx="659534" cy="8680521"/>
            <a:chOff x="3245525" y="0"/>
            <a:chExt cx="640200" cy="4306455"/>
          </a:xfrm>
        </p:grpSpPr>
        <p:sp>
          <p:nvSpPr>
            <p:cNvPr id="294" name="Google Shape;294;p23"/>
            <p:cNvSpPr/>
            <p:nvPr/>
          </p:nvSpPr>
          <p:spPr>
            <a:xfrm rot="-5400000">
              <a:off x="2879825" y="3300555"/>
              <a:ext cx="1371600" cy="640200"/>
            </a:xfrm>
            <a:prstGeom prst="chevron">
              <a:avLst>
                <a:gd fmla="val 2075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3"/>
            <p:cNvSpPr/>
            <p:nvPr/>
          </p:nvSpPr>
          <p:spPr>
            <a:xfrm>
              <a:off x="3245525" y="0"/>
              <a:ext cx="640200" cy="3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6" name="Google Shape;296;p23"/>
          <p:cNvSpPr txBox="1"/>
          <p:nvPr>
            <p:ph type="title"/>
          </p:nvPr>
        </p:nvSpPr>
        <p:spPr>
          <a:xfrm>
            <a:off x="366100" y="652125"/>
            <a:ext cx="38466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7" name="Google Shape;297;p23"/>
          <p:cNvSpPr txBox="1"/>
          <p:nvPr>
            <p:ph idx="7" type="subTitle"/>
          </p:nvPr>
        </p:nvSpPr>
        <p:spPr>
          <a:xfrm>
            <a:off x="2103450" y="2663188"/>
            <a:ext cx="1644600" cy="47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298" name="Google Shape;298;p23"/>
          <p:cNvSpPr txBox="1"/>
          <p:nvPr>
            <p:ph idx="8" type="subTitle"/>
          </p:nvPr>
        </p:nvSpPr>
        <p:spPr>
          <a:xfrm>
            <a:off x="3748031" y="2663188"/>
            <a:ext cx="1644600" cy="47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299" name="Google Shape;299;p23"/>
          <p:cNvSpPr txBox="1"/>
          <p:nvPr>
            <p:ph idx="9" type="subTitle"/>
          </p:nvPr>
        </p:nvSpPr>
        <p:spPr>
          <a:xfrm>
            <a:off x="5395950" y="2663188"/>
            <a:ext cx="1644600" cy="47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300" name="Google Shape;300;p23"/>
          <p:cNvSpPr txBox="1"/>
          <p:nvPr>
            <p:ph idx="13" type="subTitle"/>
          </p:nvPr>
        </p:nvSpPr>
        <p:spPr>
          <a:xfrm>
            <a:off x="7038825" y="2663188"/>
            <a:ext cx="1644600" cy="47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301" name="Google Shape;301;p23"/>
          <p:cNvSpPr txBox="1"/>
          <p:nvPr>
            <p:ph idx="14" type="subTitle"/>
          </p:nvPr>
        </p:nvSpPr>
        <p:spPr>
          <a:xfrm>
            <a:off x="457225" y="2663188"/>
            <a:ext cx="1644600" cy="47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302" name="Google Shape;302;p23"/>
          <p:cNvSpPr txBox="1"/>
          <p:nvPr>
            <p:ph idx="15" type="body"/>
          </p:nvPr>
        </p:nvSpPr>
        <p:spPr>
          <a:xfrm>
            <a:off x="5278050" y="3609025"/>
            <a:ext cx="18804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text and image with footer">
  <p:cSld name="CUSTOM_1_1_1_1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24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305" name="Google Shape;305;p24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4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4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8" name="Google Shape;308;p24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309" name="Google Shape;309;p24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10" name="Google Shape;310;p24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11" name="Google Shape;311;p24"/>
          <p:cNvSpPr txBox="1"/>
          <p:nvPr>
            <p:ph type="title"/>
          </p:nvPr>
        </p:nvSpPr>
        <p:spPr>
          <a:xfrm>
            <a:off x="366100" y="2164325"/>
            <a:ext cx="38466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2" name="Google Shape;312;p24"/>
          <p:cNvSpPr txBox="1"/>
          <p:nvPr>
            <p:ph idx="3" type="subTitle"/>
          </p:nvPr>
        </p:nvSpPr>
        <p:spPr>
          <a:xfrm>
            <a:off x="366100" y="3096750"/>
            <a:ext cx="3846600" cy="2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13" name="Google Shape;313;p24"/>
          <p:cNvSpPr txBox="1"/>
          <p:nvPr>
            <p:ph idx="4" type="body"/>
          </p:nvPr>
        </p:nvSpPr>
        <p:spPr>
          <a:xfrm>
            <a:off x="366100" y="3379350"/>
            <a:ext cx="3846600" cy="9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24"/>
          <p:cNvSpPr/>
          <p:nvPr>
            <p:ph idx="5" type="pic"/>
          </p:nvPr>
        </p:nvSpPr>
        <p:spPr>
          <a:xfrm>
            <a:off x="4928588" y="679925"/>
            <a:ext cx="37554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315" name="Google Shape;315;p24"/>
          <p:cNvSpPr/>
          <p:nvPr>
            <p:ph idx="6" type="pic"/>
          </p:nvPr>
        </p:nvSpPr>
        <p:spPr>
          <a:xfrm>
            <a:off x="457200" y="679925"/>
            <a:ext cx="37554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24"/>
          <p:cNvSpPr txBox="1"/>
          <p:nvPr>
            <p:ph idx="7" type="title"/>
          </p:nvPr>
        </p:nvSpPr>
        <p:spPr>
          <a:xfrm>
            <a:off x="4837500" y="2164325"/>
            <a:ext cx="38466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7" name="Google Shape;317;p24"/>
          <p:cNvSpPr txBox="1"/>
          <p:nvPr>
            <p:ph idx="8" type="subTitle"/>
          </p:nvPr>
        </p:nvSpPr>
        <p:spPr>
          <a:xfrm>
            <a:off x="4837500" y="3096750"/>
            <a:ext cx="3846600" cy="2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18" name="Google Shape;318;p24"/>
          <p:cNvSpPr txBox="1"/>
          <p:nvPr>
            <p:ph idx="9" type="body"/>
          </p:nvPr>
        </p:nvSpPr>
        <p:spPr>
          <a:xfrm>
            <a:off x="4837500" y="3379350"/>
            <a:ext cx="3846600" cy="9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 with footer">
  <p:cSld name="CUSTOM_1_1_1_1_1_1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oogle Shape;320;p25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321" name="Google Shape;321;p25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5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5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4" name="Google Shape;324;p25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325" name="Google Shape;325;p25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26" name="Google Shape;326;p25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27" name="Google Shape;327;p25"/>
          <p:cNvSpPr/>
          <p:nvPr>
            <p:ph idx="3" type="pic"/>
          </p:nvPr>
        </p:nvSpPr>
        <p:spPr>
          <a:xfrm>
            <a:off x="4928588" y="1477413"/>
            <a:ext cx="37554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25"/>
          <p:cNvSpPr/>
          <p:nvPr>
            <p:ph idx="4" type="pic"/>
          </p:nvPr>
        </p:nvSpPr>
        <p:spPr>
          <a:xfrm>
            <a:off x="457200" y="1495438"/>
            <a:ext cx="37554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25"/>
          <p:cNvSpPr txBox="1"/>
          <p:nvPr>
            <p:ph type="title"/>
          </p:nvPr>
        </p:nvSpPr>
        <p:spPr>
          <a:xfrm>
            <a:off x="366100" y="652125"/>
            <a:ext cx="38466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0" name="Google Shape;330;p25"/>
          <p:cNvSpPr txBox="1"/>
          <p:nvPr>
            <p:ph idx="5" type="subTitle"/>
          </p:nvPr>
        </p:nvSpPr>
        <p:spPr>
          <a:xfrm>
            <a:off x="366100" y="2979850"/>
            <a:ext cx="3846600" cy="2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25"/>
          <p:cNvSpPr txBox="1"/>
          <p:nvPr>
            <p:ph idx="6" type="body"/>
          </p:nvPr>
        </p:nvSpPr>
        <p:spPr>
          <a:xfrm>
            <a:off x="366100" y="3379350"/>
            <a:ext cx="3846600" cy="9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2" name="Google Shape;332;p25"/>
          <p:cNvSpPr txBox="1"/>
          <p:nvPr>
            <p:ph idx="7" type="subTitle"/>
          </p:nvPr>
        </p:nvSpPr>
        <p:spPr>
          <a:xfrm>
            <a:off x="4837500" y="2979850"/>
            <a:ext cx="3846600" cy="2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25"/>
          <p:cNvSpPr txBox="1"/>
          <p:nvPr>
            <p:ph idx="8" type="body"/>
          </p:nvPr>
        </p:nvSpPr>
        <p:spPr>
          <a:xfrm>
            <a:off x="4837500" y="3379350"/>
            <a:ext cx="3846600" cy="9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_1_1_1_1_1_3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" name="Google Shape;335;p26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336" name="Google Shape;336;p26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6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6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9" name="Google Shape;339;p26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340" name="Google Shape;340;p26"/>
          <p:cNvSpPr/>
          <p:nvPr>
            <p:ph idx="2" type="pic"/>
          </p:nvPr>
        </p:nvSpPr>
        <p:spPr>
          <a:xfrm>
            <a:off x="4928588" y="1477413"/>
            <a:ext cx="37554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341" name="Google Shape;341;p26"/>
          <p:cNvSpPr/>
          <p:nvPr>
            <p:ph idx="3" type="pic"/>
          </p:nvPr>
        </p:nvSpPr>
        <p:spPr>
          <a:xfrm>
            <a:off x="457200" y="1495438"/>
            <a:ext cx="37554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26"/>
          <p:cNvSpPr txBox="1"/>
          <p:nvPr>
            <p:ph type="title"/>
          </p:nvPr>
        </p:nvSpPr>
        <p:spPr>
          <a:xfrm>
            <a:off x="366100" y="652125"/>
            <a:ext cx="38466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3" name="Google Shape;343;p26"/>
          <p:cNvSpPr txBox="1"/>
          <p:nvPr>
            <p:ph idx="1" type="subTitle"/>
          </p:nvPr>
        </p:nvSpPr>
        <p:spPr>
          <a:xfrm>
            <a:off x="366100" y="3096750"/>
            <a:ext cx="3846600" cy="2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44" name="Google Shape;344;p26"/>
          <p:cNvSpPr txBox="1"/>
          <p:nvPr>
            <p:ph idx="4" type="subTitle"/>
          </p:nvPr>
        </p:nvSpPr>
        <p:spPr>
          <a:xfrm>
            <a:off x="4837500" y="3096750"/>
            <a:ext cx="3846600" cy="2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45" name="Google Shape;345;p26"/>
          <p:cNvSpPr txBox="1"/>
          <p:nvPr>
            <p:ph idx="5" type="body"/>
          </p:nvPr>
        </p:nvSpPr>
        <p:spPr>
          <a:xfrm>
            <a:off x="366100" y="3379350"/>
            <a:ext cx="3846600" cy="9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6" name="Google Shape;346;p26"/>
          <p:cNvSpPr txBox="1"/>
          <p:nvPr>
            <p:ph idx="6" type="body"/>
          </p:nvPr>
        </p:nvSpPr>
        <p:spPr>
          <a:xfrm>
            <a:off x="4837500" y="3379350"/>
            <a:ext cx="3846600" cy="9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_1_1_1_1_1_2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" name="Google Shape;348;p27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349" name="Google Shape;349;p27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7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7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2" name="Google Shape;352;p27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353" name="Google Shape;353;p27"/>
          <p:cNvSpPr/>
          <p:nvPr>
            <p:ph idx="2" type="pic"/>
          </p:nvPr>
        </p:nvSpPr>
        <p:spPr>
          <a:xfrm>
            <a:off x="457200" y="1495450"/>
            <a:ext cx="25563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27"/>
          <p:cNvSpPr txBox="1"/>
          <p:nvPr>
            <p:ph type="title"/>
          </p:nvPr>
        </p:nvSpPr>
        <p:spPr>
          <a:xfrm>
            <a:off x="366100" y="652125"/>
            <a:ext cx="38466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5" name="Google Shape;355;p27"/>
          <p:cNvSpPr txBox="1"/>
          <p:nvPr>
            <p:ph idx="1" type="subTitle"/>
          </p:nvPr>
        </p:nvSpPr>
        <p:spPr>
          <a:xfrm>
            <a:off x="366100" y="3096753"/>
            <a:ext cx="2647500" cy="2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56" name="Google Shape;356;p27"/>
          <p:cNvSpPr txBox="1"/>
          <p:nvPr>
            <p:ph idx="3" type="body"/>
          </p:nvPr>
        </p:nvSpPr>
        <p:spPr>
          <a:xfrm>
            <a:off x="366100" y="3379351"/>
            <a:ext cx="2647500" cy="9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7" name="Google Shape;357;p27"/>
          <p:cNvSpPr/>
          <p:nvPr>
            <p:ph idx="4" type="pic"/>
          </p:nvPr>
        </p:nvSpPr>
        <p:spPr>
          <a:xfrm>
            <a:off x="3339350" y="1495450"/>
            <a:ext cx="25563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27"/>
          <p:cNvSpPr txBox="1"/>
          <p:nvPr>
            <p:ph idx="5" type="subTitle"/>
          </p:nvPr>
        </p:nvSpPr>
        <p:spPr>
          <a:xfrm>
            <a:off x="3248250" y="3096753"/>
            <a:ext cx="2647500" cy="2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59" name="Google Shape;359;p27"/>
          <p:cNvSpPr txBox="1"/>
          <p:nvPr>
            <p:ph idx="6" type="body"/>
          </p:nvPr>
        </p:nvSpPr>
        <p:spPr>
          <a:xfrm>
            <a:off x="3248250" y="3379351"/>
            <a:ext cx="2647500" cy="9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0" name="Google Shape;360;p27"/>
          <p:cNvSpPr/>
          <p:nvPr>
            <p:ph idx="7" type="pic"/>
          </p:nvPr>
        </p:nvSpPr>
        <p:spPr>
          <a:xfrm>
            <a:off x="6221500" y="1495450"/>
            <a:ext cx="25563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361" name="Google Shape;361;p27"/>
          <p:cNvSpPr txBox="1"/>
          <p:nvPr>
            <p:ph idx="8" type="subTitle"/>
          </p:nvPr>
        </p:nvSpPr>
        <p:spPr>
          <a:xfrm>
            <a:off x="6130400" y="3096753"/>
            <a:ext cx="2647500" cy="2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62" name="Google Shape;362;p27"/>
          <p:cNvSpPr txBox="1"/>
          <p:nvPr>
            <p:ph idx="9" type="body"/>
          </p:nvPr>
        </p:nvSpPr>
        <p:spPr>
          <a:xfrm>
            <a:off x="6130400" y="3379351"/>
            <a:ext cx="2647500" cy="9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1_1_1_1_1_1_1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4" name="Google Shape;364;p28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365" name="Google Shape;365;p28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8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8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8" name="Google Shape;368;p28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369" name="Google Shape;369;p28"/>
          <p:cNvSpPr txBox="1"/>
          <p:nvPr>
            <p:ph idx="1" type="body"/>
          </p:nvPr>
        </p:nvSpPr>
        <p:spPr>
          <a:xfrm>
            <a:off x="366100" y="2555000"/>
            <a:ext cx="3846600" cy="17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0" name="Google Shape;370;p28"/>
          <p:cNvSpPr txBox="1"/>
          <p:nvPr>
            <p:ph idx="2" type="body"/>
          </p:nvPr>
        </p:nvSpPr>
        <p:spPr>
          <a:xfrm>
            <a:off x="4837500" y="2555000"/>
            <a:ext cx="3846600" cy="17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1" name="Google Shape;371;p28"/>
          <p:cNvSpPr txBox="1"/>
          <p:nvPr>
            <p:ph type="title"/>
          </p:nvPr>
        </p:nvSpPr>
        <p:spPr>
          <a:xfrm>
            <a:off x="311700" y="655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text and image with footer" type="tx">
  <p:cSld name="TITLE_AND_BODY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29"/>
          <p:cNvGrpSpPr/>
          <p:nvPr/>
        </p:nvGrpSpPr>
        <p:grpSpPr>
          <a:xfrm>
            <a:off x="0" y="0"/>
            <a:ext cx="9144000" cy="4974501"/>
            <a:chOff x="0" y="0"/>
            <a:chExt cx="9144000" cy="4974501"/>
          </a:xfrm>
        </p:grpSpPr>
        <p:sp>
          <p:nvSpPr>
            <p:cNvPr id="374" name="Google Shape;374;p29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9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6" name="Google Shape;37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7" name="Google Shape;377;p29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378" name="Google Shape;378;p29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79" name="Google Shape;379;p29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80" name="Google Shape;380;p29"/>
          <p:cNvSpPr txBox="1"/>
          <p:nvPr>
            <p:ph idx="3" type="subTitle"/>
          </p:nvPr>
        </p:nvSpPr>
        <p:spPr>
          <a:xfrm>
            <a:off x="457200" y="332425"/>
            <a:ext cx="25056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81" name="Google Shape;381;p29"/>
          <p:cNvSpPr/>
          <p:nvPr>
            <p:ph idx="4" type="pic"/>
          </p:nvPr>
        </p:nvSpPr>
        <p:spPr>
          <a:xfrm>
            <a:off x="630200" y="860275"/>
            <a:ext cx="2124300" cy="1311600"/>
          </a:xfrm>
          <a:prstGeom prst="rect">
            <a:avLst/>
          </a:prstGeom>
          <a:noFill/>
          <a:ln>
            <a:noFill/>
          </a:ln>
        </p:spPr>
      </p:sp>
      <p:sp>
        <p:nvSpPr>
          <p:cNvPr id="382" name="Google Shape;382;p29"/>
          <p:cNvSpPr txBox="1"/>
          <p:nvPr>
            <p:ph idx="5" type="body"/>
          </p:nvPr>
        </p:nvSpPr>
        <p:spPr>
          <a:xfrm>
            <a:off x="548700" y="2605672"/>
            <a:ext cx="2322600" cy="13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3" name="Google Shape;383;p29"/>
          <p:cNvSpPr txBox="1"/>
          <p:nvPr>
            <p:ph idx="6" type="subTitle"/>
          </p:nvPr>
        </p:nvSpPr>
        <p:spPr>
          <a:xfrm>
            <a:off x="548700" y="2171875"/>
            <a:ext cx="23226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9pPr>
          </a:lstStyle>
          <a:p/>
        </p:txBody>
      </p:sp>
      <p:sp>
        <p:nvSpPr>
          <p:cNvPr id="384" name="Google Shape;384;p29"/>
          <p:cNvSpPr txBox="1"/>
          <p:nvPr>
            <p:ph idx="7" type="subTitle"/>
          </p:nvPr>
        </p:nvSpPr>
        <p:spPr>
          <a:xfrm>
            <a:off x="3319200" y="332425"/>
            <a:ext cx="25056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85" name="Google Shape;385;p29"/>
          <p:cNvSpPr/>
          <p:nvPr>
            <p:ph idx="8" type="pic"/>
          </p:nvPr>
        </p:nvSpPr>
        <p:spPr>
          <a:xfrm>
            <a:off x="3492200" y="860275"/>
            <a:ext cx="2124300" cy="13116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29"/>
          <p:cNvSpPr txBox="1"/>
          <p:nvPr>
            <p:ph idx="9" type="subTitle"/>
          </p:nvPr>
        </p:nvSpPr>
        <p:spPr>
          <a:xfrm>
            <a:off x="3410700" y="2171875"/>
            <a:ext cx="23226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9pPr>
          </a:lstStyle>
          <a:p/>
        </p:txBody>
      </p:sp>
      <p:sp>
        <p:nvSpPr>
          <p:cNvPr id="387" name="Google Shape;387;p29"/>
          <p:cNvSpPr txBox="1"/>
          <p:nvPr>
            <p:ph idx="13" type="subTitle"/>
          </p:nvPr>
        </p:nvSpPr>
        <p:spPr>
          <a:xfrm>
            <a:off x="6181175" y="332425"/>
            <a:ext cx="25056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88" name="Google Shape;388;p29"/>
          <p:cNvSpPr txBox="1"/>
          <p:nvPr>
            <p:ph idx="14" type="body"/>
          </p:nvPr>
        </p:nvSpPr>
        <p:spPr>
          <a:xfrm>
            <a:off x="6272675" y="860275"/>
            <a:ext cx="2414100" cy="31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9" name="Google Shape;389;p29"/>
          <p:cNvSpPr txBox="1"/>
          <p:nvPr>
            <p:ph idx="15" type="body"/>
          </p:nvPr>
        </p:nvSpPr>
        <p:spPr>
          <a:xfrm>
            <a:off x="3410700" y="2605672"/>
            <a:ext cx="2322600" cy="13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bookmarks">
  <p:cSld name="TITLE_AND_BODY_1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1" name="Google Shape;391;p30"/>
          <p:cNvGrpSpPr/>
          <p:nvPr/>
        </p:nvGrpSpPr>
        <p:grpSpPr>
          <a:xfrm>
            <a:off x="0" y="0"/>
            <a:ext cx="9144000" cy="4974501"/>
            <a:chOff x="0" y="0"/>
            <a:chExt cx="9144000" cy="4974501"/>
          </a:xfrm>
        </p:grpSpPr>
        <p:sp>
          <p:nvSpPr>
            <p:cNvPr id="392" name="Google Shape;392;p30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30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4" name="Google Shape;39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95" name="Google Shape;395;p30"/>
          <p:cNvGrpSpPr/>
          <p:nvPr/>
        </p:nvGrpSpPr>
        <p:grpSpPr>
          <a:xfrm>
            <a:off x="457125" y="0"/>
            <a:ext cx="2505690" cy="4469981"/>
            <a:chOff x="457125" y="0"/>
            <a:chExt cx="2505690" cy="4469981"/>
          </a:xfrm>
        </p:grpSpPr>
        <p:sp>
          <p:nvSpPr>
            <p:cNvPr id="396" name="Google Shape;396;p30"/>
            <p:cNvSpPr/>
            <p:nvPr/>
          </p:nvSpPr>
          <p:spPr>
            <a:xfrm>
              <a:off x="457125" y="0"/>
              <a:ext cx="2505600" cy="395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0"/>
            <p:cNvSpPr/>
            <p:nvPr/>
          </p:nvSpPr>
          <p:spPr>
            <a:xfrm rot="-5400000">
              <a:off x="1164015" y="2671181"/>
              <a:ext cx="1092000" cy="2505600"/>
            </a:xfrm>
            <a:prstGeom prst="chevron">
              <a:avLst>
                <a:gd fmla="val 3095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8" name="Google Shape;398;p30"/>
          <p:cNvGrpSpPr/>
          <p:nvPr/>
        </p:nvGrpSpPr>
        <p:grpSpPr>
          <a:xfrm>
            <a:off x="3319150" y="0"/>
            <a:ext cx="2505690" cy="4469981"/>
            <a:chOff x="457125" y="0"/>
            <a:chExt cx="2505690" cy="4469981"/>
          </a:xfrm>
        </p:grpSpPr>
        <p:sp>
          <p:nvSpPr>
            <p:cNvPr id="399" name="Google Shape;399;p30"/>
            <p:cNvSpPr/>
            <p:nvPr/>
          </p:nvSpPr>
          <p:spPr>
            <a:xfrm>
              <a:off x="457125" y="0"/>
              <a:ext cx="2505600" cy="395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30"/>
            <p:cNvSpPr/>
            <p:nvPr/>
          </p:nvSpPr>
          <p:spPr>
            <a:xfrm rot="-5400000">
              <a:off x="1164015" y="2671181"/>
              <a:ext cx="1092000" cy="2505600"/>
            </a:xfrm>
            <a:prstGeom prst="chevron">
              <a:avLst>
                <a:gd fmla="val 3095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1" name="Google Shape;401;p30"/>
          <p:cNvGrpSpPr/>
          <p:nvPr/>
        </p:nvGrpSpPr>
        <p:grpSpPr>
          <a:xfrm>
            <a:off x="6181175" y="0"/>
            <a:ext cx="2505690" cy="4469981"/>
            <a:chOff x="457125" y="0"/>
            <a:chExt cx="2505690" cy="4469981"/>
          </a:xfrm>
        </p:grpSpPr>
        <p:sp>
          <p:nvSpPr>
            <p:cNvPr id="402" name="Google Shape;402;p30"/>
            <p:cNvSpPr/>
            <p:nvPr/>
          </p:nvSpPr>
          <p:spPr>
            <a:xfrm>
              <a:off x="457125" y="0"/>
              <a:ext cx="2505600" cy="395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0"/>
            <p:cNvSpPr/>
            <p:nvPr/>
          </p:nvSpPr>
          <p:spPr>
            <a:xfrm rot="-5400000">
              <a:off x="1164015" y="2671181"/>
              <a:ext cx="1092000" cy="2505600"/>
            </a:xfrm>
            <a:prstGeom prst="chevron">
              <a:avLst>
                <a:gd fmla="val 3095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4" name="Google Shape;404;p30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405" name="Google Shape;405;p30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06" name="Google Shape;406;p30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07" name="Google Shape;407;p30"/>
          <p:cNvSpPr txBox="1"/>
          <p:nvPr>
            <p:ph idx="3" type="subTitle"/>
          </p:nvPr>
        </p:nvSpPr>
        <p:spPr>
          <a:xfrm>
            <a:off x="457200" y="332425"/>
            <a:ext cx="25056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08" name="Google Shape;408;p30"/>
          <p:cNvSpPr/>
          <p:nvPr>
            <p:ph idx="4" type="pic"/>
          </p:nvPr>
        </p:nvSpPr>
        <p:spPr>
          <a:xfrm>
            <a:off x="630200" y="860275"/>
            <a:ext cx="2124300" cy="13116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30"/>
          <p:cNvSpPr txBox="1"/>
          <p:nvPr>
            <p:ph idx="5" type="body"/>
          </p:nvPr>
        </p:nvSpPr>
        <p:spPr>
          <a:xfrm>
            <a:off x="548700" y="2605672"/>
            <a:ext cx="2322600" cy="13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0" name="Google Shape;410;p30"/>
          <p:cNvSpPr txBox="1"/>
          <p:nvPr>
            <p:ph idx="6" type="subTitle"/>
          </p:nvPr>
        </p:nvSpPr>
        <p:spPr>
          <a:xfrm>
            <a:off x="548650" y="2171875"/>
            <a:ext cx="23226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9pPr>
          </a:lstStyle>
          <a:p/>
        </p:txBody>
      </p:sp>
      <p:sp>
        <p:nvSpPr>
          <p:cNvPr id="411" name="Google Shape;411;p30"/>
          <p:cNvSpPr txBox="1"/>
          <p:nvPr>
            <p:ph idx="7" type="subTitle"/>
          </p:nvPr>
        </p:nvSpPr>
        <p:spPr>
          <a:xfrm>
            <a:off x="3319225" y="332425"/>
            <a:ext cx="25056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12" name="Google Shape;412;p30"/>
          <p:cNvSpPr/>
          <p:nvPr>
            <p:ph idx="8" type="pic"/>
          </p:nvPr>
        </p:nvSpPr>
        <p:spPr>
          <a:xfrm>
            <a:off x="3492225" y="860275"/>
            <a:ext cx="2124300" cy="13116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30"/>
          <p:cNvSpPr txBox="1"/>
          <p:nvPr>
            <p:ph idx="9" type="subTitle"/>
          </p:nvPr>
        </p:nvSpPr>
        <p:spPr>
          <a:xfrm>
            <a:off x="3410725" y="2171875"/>
            <a:ext cx="23226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9pPr>
          </a:lstStyle>
          <a:p/>
        </p:txBody>
      </p:sp>
      <p:sp>
        <p:nvSpPr>
          <p:cNvPr id="414" name="Google Shape;414;p30"/>
          <p:cNvSpPr txBox="1"/>
          <p:nvPr>
            <p:ph idx="13" type="subTitle"/>
          </p:nvPr>
        </p:nvSpPr>
        <p:spPr>
          <a:xfrm>
            <a:off x="6181250" y="332425"/>
            <a:ext cx="25056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15" name="Google Shape;415;p30"/>
          <p:cNvSpPr/>
          <p:nvPr>
            <p:ph idx="14" type="pic"/>
          </p:nvPr>
        </p:nvSpPr>
        <p:spPr>
          <a:xfrm>
            <a:off x="6354250" y="860275"/>
            <a:ext cx="2124300" cy="13116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30"/>
          <p:cNvSpPr txBox="1"/>
          <p:nvPr>
            <p:ph idx="15" type="body"/>
          </p:nvPr>
        </p:nvSpPr>
        <p:spPr>
          <a:xfrm>
            <a:off x="6272750" y="2605672"/>
            <a:ext cx="2322600" cy="13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7" name="Google Shape;417;p30"/>
          <p:cNvSpPr txBox="1"/>
          <p:nvPr>
            <p:ph idx="16" type="subTitle"/>
          </p:nvPr>
        </p:nvSpPr>
        <p:spPr>
          <a:xfrm>
            <a:off x="6272750" y="2171875"/>
            <a:ext cx="23226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9pPr>
          </a:lstStyle>
          <a:p/>
        </p:txBody>
      </p:sp>
      <p:sp>
        <p:nvSpPr>
          <p:cNvPr id="418" name="Google Shape;418;p30"/>
          <p:cNvSpPr txBox="1"/>
          <p:nvPr>
            <p:ph idx="17" type="body"/>
          </p:nvPr>
        </p:nvSpPr>
        <p:spPr>
          <a:xfrm>
            <a:off x="3410725" y="2605672"/>
            <a:ext cx="2322600" cy="13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comparison" type="twoColTx">
  <p:cSld name="TITLE_AND_TWO_COLUMN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0" name="Google Shape;420;p31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421" name="Google Shape;421;p31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1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1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4" name="Google Shape;424;p31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425" name="Google Shape;425;p31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26" name="Google Shape;426;p31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27" name="Google Shape;427;p31"/>
          <p:cNvSpPr txBox="1"/>
          <p:nvPr>
            <p:ph idx="3" type="subTitle"/>
          </p:nvPr>
        </p:nvSpPr>
        <p:spPr>
          <a:xfrm rot="-5400000">
            <a:off x="-1577350" y="2403575"/>
            <a:ext cx="4226400" cy="33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8" name="Google Shape;428;p31"/>
          <p:cNvSpPr txBox="1"/>
          <p:nvPr>
            <p:ph type="title"/>
          </p:nvPr>
        </p:nvSpPr>
        <p:spPr>
          <a:xfrm>
            <a:off x="1218500" y="930550"/>
            <a:ext cx="3025500" cy="4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9" name="Google Shape;429;p31"/>
          <p:cNvSpPr txBox="1"/>
          <p:nvPr>
            <p:ph idx="4" type="title"/>
          </p:nvPr>
        </p:nvSpPr>
        <p:spPr>
          <a:xfrm>
            <a:off x="4900025" y="930550"/>
            <a:ext cx="3025500" cy="4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0" name="Google Shape;430;p31"/>
          <p:cNvSpPr txBox="1"/>
          <p:nvPr>
            <p:ph idx="5" type="subTitle"/>
          </p:nvPr>
        </p:nvSpPr>
        <p:spPr>
          <a:xfrm>
            <a:off x="2404500" y="1572850"/>
            <a:ext cx="43353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31"/>
          <p:cNvSpPr txBox="1"/>
          <p:nvPr>
            <p:ph idx="6" type="body"/>
          </p:nvPr>
        </p:nvSpPr>
        <p:spPr>
          <a:xfrm>
            <a:off x="2404375" y="1956725"/>
            <a:ext cx="43353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2" name="Google Shape;432;p31"/>
          <p:cNvSpPr txBox="1"/>
          <p:nvPr>
            <p:ph idx="7" type="title"/>
          </p:nvPr>
        </p:nvSpPr>
        <p:spPr>
          <a:xfrm>
            <a:off x="1218500" y="2679600"/>
            <a:ext cx="3025500" cy="4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3" name="Google Shape;433;p31"/>
          <p:cNvSpPr txBox="1"/>
          <p:nvPr>
            <p:ph idx="8" type="title"/>
          </p:nvPr>
        </p:nvSpPr>
        <p:spPr>
          <a:xfrm>
            <a:off x="4900025" y="2679600"/>
            <a:ext cx="3025500" cy="4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4" name="Google Shape;434;p31"/>
          <p:cNvSpPr txBox="1"/>
          <p:nvPr>
            <p:ph idx="9" type="subTitle"/>
          </p:nvPr>
        </p:nvSpPr>
        <p:spPr>
          <a:xfrm>
            <a:off x="2404500" y="3321900"/>
            <a:ext cx="43353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31"/>
          <p:cNvSpPr txBox="1"/>
          <p:nvPr>
            <p:ph idx="13" type="body"/>
          </p:nvPr>
        </p:nvSpPr>
        <p:spPr>
          <a:xfrm>
            <a:off x="2404375" y="3705777"/>
            <a:ext cx="43353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comparison">
  <p:cSld name="TITLE_AND_TWO_COLUMNS_1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7" name="Google Shape;437;p32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438" name="Google Shape;438;p32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32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32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1" name="Google Shape;441;p32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442" name="Google Shape;442;p32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43" name="Google Shape;443;p32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44" name="Google Shape;444;p32"/>
          <p:cNvSpPr txBox="1"/>
          <p:nvPr>
            <p:ph idx="3" type="subTitle"/>
          </p:nvPr>
        </p:nvSpPr>
        <p:spPr>
          <a:xfrm rot="-5400000">
            <a:off x="-1577350" y="2403575"/>
            <a:ext cx="4226400" cy="33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5" name="Google Shape;445;p32"/>
          <p:cNvSpPr txBox="1"/>
          <p:nvPr>
            <p:ph type="title"/>
          </p:nvPr>
        </p:nvSpPr>
        <p:spPr>
          <a:xfrm>
            <a:off x="1218500" y="1770750"/>
            <a:ext cx="3025500" cy="6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6" name="Google Shape;446;p32"/>
          <p:cNvSpPr txBox="1"/>
          <p:nvPr>
            <p:ph idx="4" type="title"/>
          </p:nvPr>
        </p:nvSpPr>
        <p:spPr>
          <a:xfrm>
            <a:off x="1218500" y="2749050"/>
            <a:ext cx="30255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7" name="Google Shape;447;p32"/>
          <p:cNvSpPr txBox="1"/>
          <p:nvPr>
            <p:ph idx="5" type="subTitle"/>
          </p:nvPr>
        </p:nvSpPr>
        <p:spPr>
          <a:xfrm>
            <a:off x="1218550" y="2457900"/>
            <a:ext cx="3025500" cy="2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32"/>
          <p:cNvSpPr txBox="1"/>
          <p:nvPr>
            <p:ph idx="6" type="subTitle"/>
          </p:nvPr>
        </p:nvSpPr>
        <p:spPr>
          <a:xfrm>
            <a:off x="4829450" y="1469400"/>
            <a:ext cx="3961800" cy="3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9" name="Google Shape;449;p32"/>
          <p:cNvSpPr txBox="1"/>
          <p:nvPr>
            <p:ph idx="7" type="body"/>
          </p:nvPr>
        </p:nvSpPr>
        <p:spPr>
          <a:xfrm>
            <a:off x="4829450" y="2001499"/>
            <a:ext cx="3961800" cy="19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with footer">
  <p:cSld name="TITLE_AND_TWO_COLUMNS_1_1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oogle Shape;451;p33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452" name="Google Shape;452;p33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3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33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5" name="Google Shape;455;p33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456" name="Google Shape;456;p33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7" name="Google Shape;457;p33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8" name="Google Shape;458;p33"/>
          <p:cNvSpPr txBox="1"/>
          <p:nvPr>
            <p:ph type="ctrTitle"/>
          </p:nvPr>
        </p:nvSpPr>
        <p:spPr>
          <a:xfrm>
            <a:off x="352550" y="2171700"/>
            <a:ext cx="3219900" cy="8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STIX Two Text SemiBold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59" name="Google Shape;459;p33"/>
          <p:cNvSpPr txBox="1"/>
          <p:nvPr>
            <p:ph idx="3" type="subTitle"/>
          </p:nvPr>
        </p:nvSpPr>
        <p:spPr>
          <a:xfrm>
            <a:off x="4829450" y="1625000"/>
            <a:ext cx="3961800" cy="37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0" name="Google Shape;460;p33"/>
          <p:cNvSpPr txBox="1"/>
          <p:nvPr>
            <p:ph idx="4" type="body"/>
          </p:nvPr>
        </p:nvSpPr>
        <p:spPr>
          <a:xfrm>
            <a:off x="4829450" y="2001499"/>
            <a:ext cx="3961800" cy="19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TITLE_AND_TWO_COLUMNS_1_1_1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2" name="Google Shape;462;p34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463" name="Google Shape;463;p34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4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4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6" name="Google Shape;466;p34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467" name="Google Shape;467;p34"/>
          <p:cNvSpPr txBox="1"/>
          <p:nvPr>
            <p:ph idx="1" type="subTitle"/>
          </p:nvPr>
        </p:nvSpPr>
        <p:spPr>
          <a:xfrm>
            <a:off x="4829450" y="1469400"/>
            <a:ext cx="3961800" cy="3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8" name="Google Shape;468;p34"/>
          <p:cNvSpPr txBox="1"/>
          <p:nvPr>
            <p:ph idx="2" type="body"/>
          </p:nvPr>
        </p:nvSpPr>
        <p:spPr>
          <a:xfrm>
            <a:off x="4829450" y="2001499"/>
            <a:ext cx="3961800" cy="19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9" name="Google Shape;469;p34"/>
          <p:cNvSpPr txBox="1"/>
          <p:nvPr>
            <p:ph type="title"/>
          </p:nvPr>
        </p:nvSpPr>
        <p:spPr>
          <a:xfrm>
            <a:off x="311700" y="1555150"/>
            <a:ext cx="2896800" cy="23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oints timeline" type="titleOnly">
  <p:cSld name="TITLE_ONLY"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" name="Google Shape;471;p35"/>
          <p:cNvGrpSpPr/>
          <p:nvPr/>
        </p:nvGrpSpPr>
        <p:grpSpPr>
          <a:xfrm>
            <a:off x="0" y="1"/>
            <a:ext cx="9144000" cy="4974501"/>
            <a:chOff x="0" y="0"/>
            <a:chExt cx="9144000" cy="4974501"/>
          </a:xfrm>
        </p:grpSpPr>
        <p:sp>
          <p:nvSpPr>
            <p:cNvPr id="472" name="Google Shape;472;p35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5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4" name="Google Shape;474;p35"/>
          <p:cNvSpPr txBox="1"/>
          <p:nvPr>
            <p:ph idx="1" type="subTitle"/>
          </p:nvPr>
        </p:nvSpPr>
        <p:spPr>
          <a:xfrm>
            <a:off x="4118875" y="277175"/>
            <a:ext cx="2924100" cy="37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5" name="Google Shape;475;p35"/>
          <p:cNvSpPr txBox="1"/>
          <p:nvPr>
            <p:ph idx="2" type="body"/>
          </p:nvPr>
        </p:nvSpPr>
        <p:spPr>
          <a:xfrm>
            <a:off x="4118875" y="653675"/>
            <a:ext cx="2924100" cy="7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6" name="Google Shape;476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7" name="Google Shape;477;p35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478" name="Google Shape;478;p35"/>
          <p:cNvSpPr txBox="1"/>
          <p:nvPr>
            <p:ph idx="3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79" name="Google Shape;479;p35"/>
          <p:cNvSpPr txBox="1"/>
          <p:nvPr>
            <p:ph idx="4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80" name="Google Shape;480;p35"/>
          <p:cNvSpPr/>
          <p:nvPr/>
        </p:nvSpPr>
        <p:spPr>
          <a:xfrm>
            <a:off x="0" y="0"/>
            <a:ext cx="9143625" cy="4449575"/>
          </a:xfrm>
          <a:custGeom>
            <a:rect b="b" l="l" r="r" t="t"/>
            <a:pathLst>
              <a:path extrusionOk="0" h="177983" w="365745">
                <a:moveTo>
                  <a:pt x="0" y="177983"/>
                </a:moveTo>
                <a:lnTo>
                  <a:pt x="168557" y="177965"/>
                </a:lnTo>
                <a:lnTo>
                  <a:pt x="365745" y="0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81" name="Google Shape;481;p35"/>
          <p:cNvSpPr txBox="1"/>
          <p:nvPr>
            <p:ph idx="5" type="body"/>
          </p:nvPr>
        </p:nvSpPr>
        <p:spPr>
          <a:xfrm>
            <a:off x="366100" y="3419950"/>
            <a:ext cx="2924100" cy="7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2" name="Google Shape;482;p35"/>
          <p:cNvSpPr txBox="1"/>
          <p:nvPr>
            <p:ph idx="6" type="subTitle"/>
          </p:nvPr>
        </p:nvSpPr>
        <p:spPr>
          <a:xfrm>
            <a:off x="2242500" y="1816000"/>
            <a:ext cx="2924100" cy="37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35"/>
          <p:cNvSpPr txBox="1"/>
          <p:nvPr>
            <p:ph idx="7" type="body"/>
          </p:nvPr>
        </p:nvSpPr>
        <p:spPr>
          <a:xfrm>
            <a:off x="2242500" y="2192500"/>
            <a:ext cx="2924100" cy="7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4" name="Google Shape;484;p35"/>
          <p:cNvSpPr txBox="1"/>
          <p:nvPr>
            <p:ph idx="8" type="subTitle"/>
          </p:nvPr>
        </p:nvSpPr>
        <p:spPr>
          <a:xfrm>
            <a:off x="366100" y="3043450"/>
            <a:ext cx="2924100" cy="37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points timeline">
  <p:cSld name="TITLE_ONLY_1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6" name="Google Shape;486;p36"/>
          <p:cNvGrpSpPr/>
          <p:nvPr/>
        </p:nvGrpSpPr>
        <p:grpSpPr>
          <a:xfrm>
            <a:off x="0" y="1"/>
            <a:ext cx="9144000" cy="4974501"/>
            <a:chOff x="0" y="0"/>
            <a:chExt cx="9144000" cy="4974501"/>
          </a:xfrm>
        </p:grpSpPr>
        <p:sp>
          <p:nvSpPr>
            <p:cNvPr id="487" name="Google Shape;487;p36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6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9" name="Google Shape;48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0" name="Google Shape;490;p36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491" name="Google Shape;491;p36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92" name="Google Shape;492;p36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93" name="Google Shape;493;p36"/>
          <p:cNvSpPr txBox="1"/>
          <p:nvPr>
            <p:ph idx="3" type="subTitle"/>
          </p:nvPr>
        </p:nvSpPr>
        <p:spPr>
          <a:xfrm>
            <a:off x="4118875" y="277175"/>
            <a:ext cx="2924100" cy="37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4" name="Google Shape;494;p36"/>
          <p:cNvSpPr txBox="1"/>
          <p:nvPr>
            <p:ph idx="4" type="body"/>
          </p:nvPr>
        </p:nvSpPr>
        <p:spPr>
          <a:xfrm>
            <a:off x="4118875" y="653675"/>
            <a:ext cx="2924100" cy="7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5" name="Google Shape;495;p36"/>
          <p:cNvSpPr/>
          <p:nvPr/>
        </p:nvSpPr>
        <p:spPr>
          <a:xfrm flipH="1">
            <a:off x="0" y="0"/>
            <a:ext cx="9143625" cy="4449575"/>
          </a:xfrm>
          <a:custGeom>
            <a:rect b="b" l="l" r="r" t="t"/>
            <a:pathLst>
              <a:path extrusionOk="0" h="177983" w="365745">
                <a:moveTo>
                  <a:pt x="0" y="177983"/>
                </a:moveTo>
                <a:lnTo>
                  <a:pt x="168557" y="177965"/>
                </a:lnTo>
                <a:lnTo>
                  <a:pt x="365745" y="0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96" name="Google Shape;496;p36"/>
          <p:cNvSpPr txBox="1"/>
          <p:nvPr>
            <p:ph idx="5" type="subTitle"/>
          </p:nvPr>
        </p:nvSpPr>
        <p:spPr>
          <a:xfrm>
            <a:off x="5953000" y="3043450"/>
            <a:ext cx="2924100" cy="37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7" name="Google Shape;497;p36"/>
          <p:cNvSpPr txBox="1"/>
          <p:nvPr>
            <p:ph idx="6" type="body"/>
          </p:nvPr>
        </p:nvSpPr>
        <p:spPr>
          <a:xfrm>
            <a:off x="5953000" y="3419950"/>
            <a:ext cx="2924100" cy="7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TITLE_ONLY_1_1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9" name="Google Shape;499;p37"/>
          <p:cNvGrpSpPr/>
          <p:nvPr/>
        </p:nvGrpSpPr>
        <p:grpSpPr>
          <a:xfrm>
            <a:off x="0" y="1"/>
            <a:ext cx="9144000" cy="4974501"/>
            <a:chOff x="0" y="0"/>
            <a:chExt cx="9144000" cy="4974501"/>
          </a:xfrm>
        </p:grpSpPr>
        <p:sp>
          <p:nvSpPr>
            <p:cNvPr id="500" name="Google Shape;500;p37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7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2" name="Google Shape;50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3" name="Google Shape;503;p37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cxnSp>
        <p:nvCxnSpPr>
          <p:cNvPr id="504" name="Google Shape;504;p37"/>
          <p:cNvCxnSpPr/>
          <p:nvPr/>
        </p:nvCxnSpPr>
        <p:spPr>
          <a:xfrm>
            <a:off x="4050" y="3613075"/>
            <a:ext cx="5897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5" name="Google Shape;505;p37"/>
          <p:cNvSpPr txBox="1"/>
          <p:nvPr>
            <p:ph idx="1" type="body"/>
          </p:nvPr>
        </p:nvSpPr>
        <p:spPr>
          <a:xfrm>
            <a:off x="5953000" y="3419950"/>
            <a:ext cx="2924100" cy="7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TITLE_ONLY_1_1_1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7" name="Google Shape;507;p38"/>
          <p:cNvGrpSpPr/>
          <p:nvPr/>
        </p:nvGrpSpPr>
        <p:grpSpPr>
          <a:xfrm>
            <a:off x="0" y="1"/>
            <a:ext cx="9144000" cy="4974501"/>
            <a:chOff x="0" y="0"/>
            <a:chExt cx="9144000" cy="4974501"/>
          </a:xfrm>
        </p:grpSpPr>
        <p:sp>
          <p:nvSpPr>
            <p:cNvPr id="508" name="Google Shape;508;p38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8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0" name="Google Shape;510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1" name="Google Shape;511;p38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512" name="Google Shape;512;p38"/>
          <p:cNvSpPr/>
          <p:nvPr>
            <p:ph idx="2" type="pic"/>
          </p:nvPr>
        </p:nvSpPr>
        <p:spPr>
          <a:xfrm>
            <a:off x="457200" y="409650"/>
            <a:ext cx="8229600" cy="3844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TITLE_ONLY_1_1_1_1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4" name="Google Shape;514;p39"/>
          <p:cNvGrpSpPr/>
          <p:nvPr/>
        </p:nvGrpSpPr>
        <p:grpSpPr>
          <a:xfrm>
            <a:off x="0" y="1"/>
            <a:ext cx="9144000" cy="4974501"/>
            <a:chOff x="0" y="0"/>
            <a:chExt cx="9144000" cy="4974501"/>
          </a:xfrm>
        </p:grpSpPr>
        <p:sp>
          <p:nvSpPr>
            <p:cNvPr id="515" name="Google Shape;515;p39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39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7" name="Google Shape;517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8" name="Google Shape;518;p39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519" name="Google Shape;519;p39"/>
          <p:cNvSpPr/>
          <p:nvPr>
            <p:ph idx="2" type="pic"/>
          </p:nvPr>
        </p:nvSpPr>
        <p:spPr>
          <a:xfrm>
            <a:off x="457200" y="101347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520" name="Google Shape;520;p39"/>
          <p:cNvSpPr/>
          <p:nvPr>
            <p:ph idx="3" type="pic"/>
          </p:nvPr>
        </p:nvSpPr>
        <p:spPr>
          <a:xfrm>
            <a:off x="3245513" y="101347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521" name="Google Shape;521;p39"/>
          <p:cNvSpPr/>
          <p:nvPr>
            <p:ph idx="4" type="pic"/>
          </p:nvPr>
        </p:nvSpPr>
        <p:spPr>
          <a:xfrm>
            <a:off x="6033825" y="101347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522" name="Google Shape;522;p39"/>
          <p:cNvSpPr txBox="1"/>
          <p:nvPr>
            <p:ph type="title"/>
          </p:nvPr>
        </p:nvSpPr>
        <p:spPr>
          <a:xfrm>
            <a:off x="366100" y="246950"/>
            <a:ext cx="84117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3" name="Google Shape;523;p39"/>
          <p:cNvSpPr/>
          <p:nvPr>
            <p:ph idx="5" type="pic"/>
          </p:nvPr>
        </p:nvSpPr>
        <p:spPr>
          <a:xfrm>
            <a:off x="457200" y="217492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524" name="Google Shape;524;p39"/>
          <p:cNvSpPr/>
          <p:nvPr>
            <p:ph idx="6" type="pic"/>
          </p:nvPr>
        </p:nvSpPr>
        <p:spPr>
          <a:xfrm>
            <a:off x="3245513" y="217492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525" name="Google Shape;525;p39"/>
          <p:cNvSpPr/>
          <p:nvPr>
            <p:ph idx="7" type="pic"/>
          </p:nvPr>
        </p:nvSpPr>
        <p:spPr>
          <a:xfrm>
            <a:off x="6033825" y="217492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526" name="Google Shape;526;p39"/>
          <p:cNvSpPr/>
          <p:nvPr>
            <p:ph idx="8" type="pic"/>
          </p:nvPr>
        </p:nvSpPr>
        <p:spPr>
          <a:xfrm>
            <a:off x="457200" y="333637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527" name="Google Shape;527;p39"/>
          <p:cNvSpPr/>
          <p:nvPr>
            <p:ph idx="9" type="pic"/>
          </p:nvPr>
        </p:nvSpPr>
        <p:spPr>
          <a:xfrm>
            <a:off x="3245513" y="333637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528" name="Google Shape;528;p39"/>
          <p:cNvSpPr/>
          <p:nvPr>
            <p:ph idx="13" type="pic"/>
          </p:nvPr>
        </p:nvSpPr>
        <p:spPr>
          <a:xfrm>
            <a:off x="6033825" y="3336375"/>
            <a:ext cx="2652900" cy="102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87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iew">
  <p:cSld name="CUSTOM_2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0" name="Google Shape;530;p40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531" name="Google Shape;531;p40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40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40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4" name="Google Shape;534;p40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535" name="Google Shape;535;p40"/>
          <p:cNvSpPr/>
          <p:nvPr/>
        </p:nvSpPr>
        <p:spPr>
          <a:xfrm>
            <a:off x="4931375" y="1662400"/>
            <a:ext cx="3755400" cy="2696100"/>
          </a:xfrm>
          <a:prstGeom prst="roundRect">
            <a:avLst>
              <a:gd fmla="val 9698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40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37" name="Google Shape;537;p40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38" name="Google Shape;538;p40"/>
          <p:cNvSpPr txBox="1"/>
          <p:nvPr>
            <p:ph type="title"/>
          </p:nvPr>
        </p:nvSpPr>
        <p:spPr>
          <a:xfrm>
            <a:off x="366100" y="655945"/>
            <a:ext cx="30255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9" name="Google Shape;539;p40"/>
          <p:cNvSpPr txBox="1"/>
          <p:nvPr>
            <p:ph idx="3" type="title"/>
          </p:nvPr>
        </p:nvSpPr>
        <p:spPr>
          <a:xfrm>
            <a:off x="4842350" y="655945"/>
            <a:ext cx="30255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0" name="Google Shape;540;p40"/>
          <p:cNvSpPr txBox="1"/>
          <p:nvPr>
            <p:ph idx="4" type="body"/>
          </p:nvPr>
        </p:nvSpPr>
        <p:spPr>
          <a:xfrm>
            <a:off x="366100" y="1662400"/>
            <a:ext cx="3850800" cy="26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41" name="Google Shape;541;p40"/>
          <p:cNvSpPr txBox="1"/>
          <p:nvPr>
            <p:ph idx="5" type="body"/>
          </p:nvPr>
        </p:nvSpPr>
        <p:spPr>
          <a:xfrm>
            <a:off x="5169875" y="2986175"/>
            <a:ext cx="3278400" cy="10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42" name="Google Shape;542;p40"/>
          <p:cNvSpPr txBox="1"/>
          <p:nvPr>
            <p:ph idx="6" type="subTitle"/>
          </p:nvPr>
        </p:nvSpPr>
        <p:spPr>
          <a:xfrm>
            <a:off x="5171425" y="2526550"/>
            <a:ext cx="3278400" cy="3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ith details">
  <p:cSld name="CUSTOM_3">
    <p:bg>
      <p:bgPr>
        <a:solidFill>
          <a:schemeClr val="lt2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1"/>
          <p:cNvSpPr/>
          <p:nvPr/>
        </p:nvSpPr>
        <p:spPr>
          <a:xfrm flipH="1">
            <a:off x="343200" y="342900"/>
            <a:ext cx="8800800" cy="480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41"/>
          <p:cNvSpPr/>
          <p:nvPr/>
        </p:nvSpPr>
        <p:spPr>
          <a:xfrm flipH="1" rot="-5400000">
            <a:off x="343225" y="342900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41"/>
          <p:cNvSpPr/>
          <p:nvPr/>
        </p:nvSpPr>
        <p:spPr>
          <a:xfrm flipH="1" rot="10800000">
            <a:off x="343225" y="4397825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7" name="Google Shape;547;p41"/>
          <p:cNvGrpSpPr/>
          <p:nvPr/>
        </p:nvGrpSpPr>
        <p:grpSpPr>
          <a:xfrm flipH="1">
            <a:off x="85800" y="76325"/>
            <a:ext cx="7808400" cy="5067300"/>
            <a:chOff x="1249800" y="76325"/>
            <a:chExt cx="7808400" cy="5067300"/>
          </a:xfrm>
        </p:grpSpPr>
        <p:cxnSp>
          <p:nvCxnSpPr>
            <p:cNvPr id="548" name="Google Shape;548;p41"/>
            <p:cNvCxnSpPr/>
            <p:nvPr/>
          </p:nvCxnSpPr>
          <p:spPr>
            <a:xfrm>
              <a:off x="1249800" y="85800"/>
              <a:ext cx="780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9" name="Google Shape;549;p41"/>
            <p:cNvCxnSpPr/>
            <p:nvPr/>
          </p:nvCxnSpPr>
          <p:spPr>
            <a:xfrm rot="10800000">
              <a:off x="9058200" y="76325"/>
              <a:ext cx="0" cy="5067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50" name="Google Shape;550;p41"/>
          <p:cNvGrpSpPr/>
          <p:nvPr/>
        </p:nvGrpSpPr>
        <p:grpSpPr>
          <a:xfrm flipH="1">
            <a:off x="171600" y="162125"/>
            <a:ext cx="7722600" cy="4981500"/>
            <a:chOff x="1249800" y="162125"/>
            <a:chExt cx="7722600" cy="4981500"/>
          </a:xfrm>
        </p:grpSpPr>
        <p:cxnSp>
          <p:nvCxnSpPr>
            <p:cNvPr id="551" name="Google Shape;551;p41"/>
            <p:cNvCxnSpPr/>
            <p:nvPr/>
          </p:nvCxnSpPr>
          <p:spPr>
            <a:xfrm>
              <a:off x="1249800" y="171625"/>
              <a:ext cx="7722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2" name="Google Shape;552;p41"/>
            <p:cNvCxnSpPr/>
            <p:nvPr/>
          </p:nvCxnSpPr>
          <p:spPr>
            <a:xfrm rot="10800000">
              <a:off x="8972375" y="162125"/>
              <a:ext cx="0" cy="4981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53" name="Google Shape;553;p41"/>
          <p:cNvGrpSpPr/>
          <p:nvPr/>
        </p:nvGrpSpPr>
        <p:grpSpPr>
          <a:xfrm flipH="1">
            <a:off x="257400" y="247925"/>
            <a:ext cx="7636800" cy="4895700"/>
            <a:chOff x="1249800" y="247925"/>
            <a:chExt cx="7636800" cy="4895700"/>
          </a:xfrm>
        </p:grpSpPr>
        <p:cxnSp>
          <p:nvCxnSpPr>
            <p:cNvPr id="554" name="Google Shape;554;p41"/>
            <p:cNvCxnSpPr/>
            <p:nvPr/>
          </p:nvCxnSpPr>
          <p:spPr>
            <a:xfrm>
              <a:off x="1249800" y="257425"/>
              <a:ext cx="7636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5" name="Google Shape;555;p41"/>
            <p:cNvCxnSpPr/>
            <p:nvPr/>
          </p:nvCxnSpPr>
          <p:spPr>
            <a:xfrm rot="10800000">
              <a:off x="8886575" y="247925"/>
              <a:ext cx="0" cy="48957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56" name="Google Shape;556;p41"/>
          <p:cNvSpPr txBox="1"/>
          <p:nvPr>
            <p:ph type="ctrTitle"/>
          </p:nvPr>
        </p:nvSpPr>
        <p:spPr>
          <a:xfrm>
            <a:off x="1375800" y="1703150"/>
            <a:ext cx="5485800" cy="173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TIX Two Text SemiBold"/>
              <a:buNone/>
              <a:defRPr sz="4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57" name="Google Shape;557;p41"/>
          <p:cNvSpPr/>
          <p:nvPr/>
        </p:nvSpPr>
        <p:spPr>
          <a:xfrm rot="10800000">
            <a:off x="7894200" y="0"/>
            <a:ext cx="12498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58" name="Google Shape;558;p41"/>
          <p:cNvSpPr/>
          <p:nvPr/>
        </p:nvSpPr>
        <p:spPr>
          <a:xfrm rot="10800000">
            <a:off x="8151300" y="167450"/>
            <a:ext cx="735600" cy="1890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41"/>
          <p:cNvSpPr/>
          <p:nvPr/>
        </p:nvSpPr>
        <p:spPr>
          <a:xfrm rot="10800000">
            <a:off x="8151300" y="3088375"/>
            <a:ext cx="735600" cy="1887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41"/>
          <p:cNvSpPr/>
          <p:nvPr/>
        </p:nvSpPr>
        <p:spPr>
          <a:xfrm rot="10800000">
            <a:off x="7997850" y="2264525"/>
            <a:ext cx="1042500" cy="635700"/>
          </a:xfrm>
          <a:prstGeom prst="hexagon">
            <a:avLst>
              <a:gd fmla="val 40849" name="adj"/>
              <a:gd fmla="val 115470" name="vf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41"/>
          <p:cNvSpPr/>
          <p:nvPr/>
        </p:nvSpPr>
        <p:spPr>
          <a:xfrm rot="10800000">
            <a:off x="8336250" y="2399550"/>
            <a:ext cx="365700" cy="365700"/>
          </a:xfrm>
          <a:prstGeom prst="diamond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41"/>
          <p:cNvSpPr txBox="1"/>
          <p:nvPr>
            <p:ph idx="1" type="subTitle"/>
          </p:nvPr>
        </p:nvSpPr>
        <p:spPr>
          <a:xfrm rot="5400000">
            <a:off x="7668450" y="3868125"/>
            <a:ext cx="1701300" cy="33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563" name="Google Shape;563;p41"/>
          <p:cNvSpPr txBox="1"/>
          <p:nvPr>
            <p:ph idx="2" type="subTitle"/>
          </p:nvPr>
        </p:nvSpPr>
        <p:spPr>
          <a:xfrm rot="5400000">
            <a:off x="7668450" y="945575"/>
            <a:ext cx="1701300" cy="33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3_1">
    <p:bg>
      <p:bgPr>
        <a:solidFill>
          <a:schemeClr val="lt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2"/>
          <p:cNvSpPr/>
          <p:nvPr/>
        </p:nvSpPr>
        <p:spPr>
          <a:xfrm flipH="1">
            <a:off x="343200" y="342900"/>
            <a:ext cx="8800800" cy="480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2"/>
          <p:cNvSpPr/>
          <p:nvPr/>
        </p:nvSpPr>
        <p:spPr>
          <a:xfrm flipH="1" rot="-5400000">
            <a:off x="343225" y="342900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2"/>
          <p:cNvSpPr/>
          <p:nvPr/>
        </p:nvSpPr>
        <p:spPr>
          <a:xfrm flipH="1" rot="10800000">
            <a:off x="343225" y="4397825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8" name="Google Shape;568;p42"/>
          <p:cNvGrpSpPr/>
          <p:nvPr/>
        </p:nvGrpSpPr>
        <p:grpSpPr>
          <a:xfrm flipH="1">
            <a:off x="85800" y="76325"/>
            <a:ext cx="7808400" cy="5067300"/>
            <a:chOff x="1249800" y="76325"/>
            <a:chExt cx="7808400" cy="5067300"/>
          </a:xfrm>
        </p:grpSpPr>
        <p:cxnSp>
          <p:nvCxnSpPr>
            <p:cNvPr id="569" name="Google Shape;569;p42"/>
            <p:cNvCxnSpPr/>
            <p:nvPr/>
          </p:nvCxnSpPr>
          <p:spPr>
            <a:xfrm>
              <a:off x="1249800" y="85800"/>
              <a:ext cx="780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0" name="Google Shape;570;p42"/>
            <p:cNvCxnSpPr/>
            <p:nvPr/>
          </p:nvCxnSpPr>
          <p:spPr>
            <a:xfrm rot="10800000">
              <a:off x="9058200" y="76325"/>
              <a:ext cx="0" cy="5067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71" name="Google Shape;571;p42"/>
          <p:cNvGrpSpPr/>
          <p:nvPr/>
        </p:nvGrpSpPr>
        <p:grpSpPr>
          <a:xfrm flipH="1">
            <a:off x="171600" y="162125"/>
            <a:ext cx="7722600" cy="4981500"/>
            <a:chOff x="1249800" y="162125"/>
            <a:chExt cx="7722600" cy="4981500"/>
          </a:xfrm>
        </p:grpSpPr>
        <p:cxnSp>
          <p:nvCxnSpPr>
            <p:cNvPr id="572" name="Google Shape;572;p42"/>
            <p:cNvCxnSpPr/>
            <p:nvPr/>
          </p:nvCxnSpPr>
          <p:spPr>
            <a:xfrm>
              <a:off x="1249800" y="171625"/>
              <a:ext cx="7722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3" name="Google Shape;573;p42"/>
            <p:cNvCxnSpPr/>
            <p:nvPr/>
          </p:nvCxnSpPr>
          <p:spPr>
            <a:xfrm rot="10800000">
              <a:off x="8972375" y="162125"/>
              <a:ext cx="0" cy="4981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74" name="Google Shape;574;p42"/>
          <p:cNvGrpSpPr/>
          <p:nvPr/>
        </p:nvGrpSpPr>
        <p:grpSpPr>
          <a:xfrm flipH="1">
            <a:off x="257400" y="247925"/>
            <a:ext cx="7636800" cy="4895700"/>
            <a:chOff x="1249800" y="247925"/>
            <a:chExt cx="7636800" cy="4895700"/>
          </a:xfrm>
        </p:grpSpPr>
        <p:cxnSp>
          <p:nvCxnSpPr>
            <p:cNvPr id="575" name="Google Shape;575;p42"/>
            <p:cNvCxnSpPr/>
            <p:nvPr/>
          </p:nvCxnSpPr>
          <p:spPr>
            <a:xfrm>
              <a:off x="1249800" y="257425"/>
              <a:ext cx="7636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6" name="Google Shape;576;p42"/>
            <p:cNvCxnSpPr/>
            <p:nvPr/>
          </p:nvCxnSpPr>
          <p:spPr>
            <a:xfrm rot="10800000">
              <a:off x="8886575" y="247925"/>
              <a:ext cx="0" cy="48957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77" name="Google Shape;577;p42"/>
          <p:cNvSpPr txBox="1"/>
          <p:nvPr>
            <p:ph type="ctrTitle"/>
          </p:nvPr>
        </p:nvSpPr>
        <p:spPr>
          <a:xfrm>
            <a:off x="1375800" y="1703150"/>
            <a:ext cx="5485800" cy="173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TIX Two Text SemiBold"/>
              <a:buNone/>
              <a:defRPr sz="4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8" name="Google Shape;578;p42"/>
          <p:cNvSpPr/>
          <p:nvPr/>
        </p:nvSpPr>
        <p:spPr>
          <a:xfrm rot="10800000">
            <a:off x="7894200" y="0"/>
            <a:ext cx="12498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79" name="Google Shape;579;p42"/>
          <p:cNvSpPr/>
          <p:nvPr/>
        </p:nvSpPr>
        <p:spPr>
          <a:xfrm rot="10800000">
            <a:off x="8151300" y="167450"/>
            <a:ext cx="735600" cy="1890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42"/>
          <p:cNvSpPr/>
          <p:nvPr/>
        </p:nvSpPr>
        <p:spPr>
          <a:xfrm rot="10800000">
            <a:off x="8151300" y="3088375"/>
            <a:ext cx="735600" cy="1887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42"/>
          <p:cNvSpPr/>
          <p:nvPr/>
        </p:nvSpPr>
        <p:spPr>
          <a:xfrm rot="10800000">
            <a:off x="7997850" y="2264525"/>
            <a:ext cx="1042500" cy="635700"/>
          </a:xfrm>
          <a:prstGeom prst="hexagon">
            <a:avLst>
              <a:gd fmla="val 40849" name="adj"/>
              <a:gd fmla="val 115470" name="vf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42"/>
          <p:cNvSpPr/>
          <p:nvPr/>
        </p:nvSpPr>
        <p:spPr>
          <a:xfrm rot="10800000">
            <a:off x="8336250" y="2399550"/>
            <a:ext cx="365700" cy="365700"/>
          </a:xfrm>
          <a:prstGeom prst="diamond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2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91" name="Google Shape;591;p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2" name="Google Shape;592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95" name="Google Shape;595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598" name="Google Shape;598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9" name="Google Shape;599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02" name="Google Shape;602;p4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03" name="Google Shape;603;p4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04" name="Google Shape;60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07" name="Google Shape;607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5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0" name="Google Shape;610;p5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11" name="Google Shape;611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5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14" name="Google Shape;614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5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5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18" name="Google Shape;618;p5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19" name="Google Shape;619;p5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20" name="Google Shape;620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5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623" name="Google Shape;623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6" name="Google Shape;626;p5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27" name="Google Shape;627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5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32" name="Google Shape;632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3" name="Google Shape;633;p5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34" name="Google Shape;634;p5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35" name="Google Shape;635;p5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36" name="Google Shape;636;p5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37" name="Google Shape;637;p5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38" name="Google Shape;638;p5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41" name="Google Shape;641;p5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42" name="Google Shape;642;p5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43" name="Google Shape;643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6" name="Google Shape;646;p5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47" name="Google Shape;647;p5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48" name="Google Shape;648;p5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49" name="Google Shape;649;p5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50" name="Google Shape;650;p5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3" name="Google Shape;653;p5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54" name="Google Shape;654;p5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55" name="Google Shape;655;p59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56" name="Google Shape;656;p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57" name="Google Shape;657;p59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58" name="Google Shape;658;p59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59" name="Google Shape;659;p59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2" name="Google Shape;662;p6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63" name="Google Shape;663;p6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64" name="Google Shape;664;p6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65" name="Google Shape;665;p6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66" name="Google Shape;666;p6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67" name="Google Shape;667;p6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68" name="Google Shape;668;p6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69" name="Google Shape;669;p6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70" name="Google Shape;670;p6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73" name="Google Shape;673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4" name="Google Shape;674;p6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6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77" name="Google Shape;677;p6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78" name="Google Shape;678;p6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79" name="Google Shape;679;p6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0" name="Google Shape;680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1" name="Google Shape;681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82" name="Google Shape;682;p6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83" name="Google Shape;683;p6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6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6" name="Google Shape;686;p6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87" name="Google Shape;687;p6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88" name="Google Shape;688;p6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9" name="Google Shape;689;p6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90" name="Google Shape;690;p6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1" name="Google Shape;691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2" name="Google Shape;69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93" name="Google Shape;693;p6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94" name="Google Shape;694;p6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95" name="Google Shape;695;p6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6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698" name="Google Shape;698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1" name="Google Shape;701;p6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02" name="Google Shape;702;p6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03" name="Google Shape;703;p6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04" name="Google Shape;704;p6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05" name="Google Shape;705;p6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06" name="Google Shape;706;p6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07" name="Google Shape;707;p6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708" name="Google Shape;708;p6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09" name="Google Shape;709;p6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10" name="Google Shape;710;p6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slide" type="title">
  <p:cSld name="TITLE">
    <p:bg>
      <p:bgPr>
        <a:solidFill>
          <a:schemeClr val="dk1"/>
        </a:solidFill>
      </p:bgPr>
    </p:bg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66"/>
          <p:cNvSpPr txBox="1"/>
          <p:nvPr>
            <p:ph idx="1" type="body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3" name="Google Shape;713;p66"/>
          <p:cNvSpPr txBox="1"/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0"/>
              <a:buNone/>
              <a:defRPr sz="675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66"/>
          <p:cNvSpPr txBox="1"/>
          <p:nvPr>
            <p:ph idx="2" type="subTitle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DM Sans Medium"/>
              <a:buNone/>
              <a:defRPr sz="185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5" name="Google Shape;715;p66"/>
          <p:cNvSpPr/>
          <p:nvPr>
            <p:ph idx="3" type="pic"/>
          </p:nvPr>
        </p:nvSpPr>
        <p:spPr>
          <a:xfrm>
            <a:off x="4437578" y="2171250"/>
            <a:ext cx="4509600" cy="2775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716" name="Google Shape;716;p66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number" type="secHead">
  <p:cSld name="SECTION_HEADER"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67"/>
          <p:cNvSpPr txBox="1"/>
          <p:nvPr>
            <p:ph type="title"/>
          </p:nvPr>
        </p:nvSpPr>
        <p:spPr>
          <a:xfrm>
            <a:off x="511953" y="5885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19" name="Google Shape;719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0" name="Google Shape;720;p67"/>
          <p:cNvSpPr txBox="1"/>
          <p:nvPr>
            <p:ph idx="2" type="title"/>
          </p:nvPr>
        </p:nvSpPr>
        <p:spPr>
          <a:xfrm>
            <a:off x="511953" y="14303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21" name="Google Shape;721;p67"/>
          <p:cNvSpPr txBox="1"/>
          <p:nvPr>
            <p:ph idx="3" type="title"/>
          </p:nvPr>
        </p:nvSpPr>
        <p:spPr>
          <a:xfrm>
            <a:off x="511953" y="22721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22" name="Google Shape;722;p67"/>
          <p:cNvSpPr txBox="1"/>
          <p:nvPr>
            <p:ph idx="4" type="title"/>
          </p:nvPr>
        </p:nvSpPr>
        <p:spPr>
          <a:xfrm>
            <a:off x="511953" y="31139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23" name="Google Shape;723;p67"/>
          <p:cNvSpPr txBox="1"/>
          <p:nvPr>
            <p:ph idx="5" type="title"/>
          </p:nvPr>
        </p:nvSpPr>
        <p:spPr>
          <a:xfrm>
            <a:off x="511953" y="39557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24" name="Google Shape;724;p67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5" name="Google Shape;725;p67"/>
          <p:cNvSpPr txBox="1"/>
          <p:nvPr>
            <p:ph idx="6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 type="tx">
  <p:cSld name="TITLE_AND_BODY"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8" name="Google Shape;728;p68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29" name="Google Shape;729;p68"/>
          <p:cNvSpPr txBox="1"/>
          <p:nvPr>
            <p:ph idx="2" type="body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0" name="Google Shape;730;p68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TITLE_AND_BODY_1">
    <p:bg>
      <p:bgPr>
        <a:solidFill>
          <a:schemeClr val="dk1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3" name="Google Shape;733;p69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34" name="Google Shape;734;p69"/>
          <p:cNvSpPr txBox="1"/>
          <p:nvPr>
            <p:ph idx="2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5" name="Google Shape;735;p69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1" type="twoColTx">
  <p:cSld name="TITLE_AND_TWO_COLUMNS"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70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738" name="Google Shape;738;p70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9" name="Google Shape;739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0" name="Google Shape;740;p70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741" name="Google Shape;741;p70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2" name="Google Shape;742;p70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TITLE_AND_TWO_COLUMNS_1">
    <p:bg>
      <p:bgPr>
        <a:solidFill>
          <a:schemeClr val="dk1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71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5" name="Google Shape;745;p71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6" name="Google Shape;746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7" name="Google Shape;747;p71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748" name="Google Shape;748;p71"/>
          <p:cNvSpPr txBox="1"/>
          <p:nvPr>
            <p:ph idx="3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9" name="Google Shape;749;p71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0" name="Google Shape;750;p71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chart">
  <p:cSld name="SECTION_TITLE_AND_DESCRIPTION">
    <p:bg>
      <p:bgPr>
        <a:solidFill>
          <a:schemeClr val="lt2"/>
        </a:solidFill>
      </p:bgPr>
    </p:bg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72"/>
          <p:cNvSpPr/>
          <p:nvPr/>
        </p:nvSpPr>
        <p:spPr>
          <a:xfrm>
            <a:off x="4305000" y="-125"/>
            <a:ext cx="4839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53" name="Google Shape;753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4" name="Google Shape;754;p72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55" name="Google Shape;755;p72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56" name="Google Shape;756;p72"/>
          <p:cNvSpPr txBox="1"/>
          <p:nvPr>
            <p:ph idx="2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757" name="Google Shape;757;p72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">
  <p:cSld name="CAPTION_ONLY">
    <p:bg>
      <p:bgPr>
        <a:solidFill>
          <a:schemeClr val="lt2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0" name="Google Shape;760;p73"/>
          <p:cNvSpPr txBox="1"/>
          <p:nvPr>
            <p:ph idx="1" type="body"/>
          </p:nvPr>
        </p:nvSpPr>
        <p:spPr>
          <a:xfrm>
            <a:off x="2030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61" name="Google Shape;761;p73"/>
          <p:cNvSpPr txBox="1"/>
          <p:nvPr>
            <p:ph idx="2" type="body"/>
          </p:nvPr>
        </p:nvSpPr>
        <p:spPr>
          <a:xfrm>
            <a:off x="2030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62" name="Google Shape;762;p73"/>
          <p:cNvSpPr txBox="1"/>
          <p:nvPr>
            <p:ph idx="3" type="body"/>
          </p:nvPr>
        </p:nvSpPr>
        <p:spPr>
          <a:xfrm>
            <a:off x="2030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63" name="Google Shape;763;p73"/>
          <p:cNvSpPr txBox="1"/>
          <p:nvPr>
            <p:ph idx="4" type="body"/>
          </p:nvPr>
        </p:nvSpPr>
        <p:spPr>
          <a:xfrm>
            <a:off x="2030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64" name="Google Shape;764;p73"/>
          <p:cNvSpPr txBox="1"/>
          <p:nvPr>
            <p:ph idx="5" type="body"/>
          </p:nvPr>
        </p:nvSpPr>
        <p:spPr>
          <a:xfrm>
            <a:off x="2030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65" name="Google Shape;765;p73"/>
          <p:cNvSpPr txBox="1"/>
          <p:nvPr>
            <p:ph idx="6" type="body"/>
          </p:nvPr>
        </p:nvSpPr>
        <p:spPr>
          <a:xfrm>
            <a:off x="2030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66" name="Google Shape;766;p73"/>
          <p:cNvSpPr txBox="1"/>
          <p:nvPr>
            <p:ph idx="7" type="body"/>
          </p:nvPr>
        </p:nvSpPr>
        <p:spPr>
          <a:xfrm>
            <a:off x="2030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67" name="Google Shape;767;p73"/>
          <p:cNvSpPr txBox="1"/>
          <p:nvPr>
            <p:ph idx="8" type="body"/>
          </p:nvPr>
        </p:nvSpPr>
        <p:spPr>
          <a:xfrm>
            <a:off x="2030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68" name="Google Shape;768;p73"/>
          <p:cNvSpPr txBox="1"/>
          <p:nvPr>
            <p:ph idx="9" type="body"/>
          </p:nvPr>
        </p:nvSpPr>
        <p:spPr>
          <a:xfrm>
            <a:off x="2030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69" name="Google Shape;769;p73"/>
          <p:cNvSpPr txBox="1"/>
          <p:nvPr>
            <p:ph idx="13" type="body"/>
          </p:nvPr>
        </p:nvSpPr>
        <p:spPr>
          <a:xfrm>
            <a:off x="32496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70" name="Google Shape;770;p73"/>
          <p:cNvSpPr txBox="1"/>
          <p:nvPr>
            <p:ph idx="14" type="body"/>
          </p:nvPr>
        </p:nvSpPr>
        <p:spPr>
          <a:xfrm>
            <a:off x="32496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71" name="Google Shape;771;p73"/>
          <p:cNvSpPr txBox="1"/>
          <p:nvPr>
            <p:ph idx="15" type="body"/>
          </p:nvPr>
        </p:nvSpPr>
        <p:spPr>
          <a:xfrm>
            <a:off x="32496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72" name="Google Shape;772;p73"/>
          <p:cNvSpPr txBox="1"/>
          <p:nvPr>
            <p:ph idx="16" type="body"/>
          </p:nvPr>
        </p:nvSpPr>
        <p:spPr>
          <a:xfrm>
            <a:off x="32496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73" name="Google Shape;773;p73"/>
          <p:cNvSpPr txBox="1"/>
          <p:nvPr>
            <p:ph idx="17" type="body"/>
          </p:nvPr>
        </p:nvSpPr>
        <p:spPr>
          <a:xfrm>
            <a:off x="32496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74" name="Google Shape;774;p73"/>
          <p:cNvSpPr txBox="1"/>
          <p:nvPr>
            <p:ph idx="18" type="body"/>
          </p:nvPr>
        </p:nvSpPr>
        <p:spPr>
          <a:xfrm>
            <a:off x="32496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75" name="Google Shape;775;p73"/>
          <p:cNvSpPr txBox="1"/>
          <p:nvPr>
            <p:ph idx="19" type="body"/>
          </p:nvPr>
        </p:nvSpPr>
        <p:spPr>
          <a:xfrm>
            <a:off x="32496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76" name="Google Shape;776;p73"/>
          <p:cNvSpPr txBox="1"/>
          <p:nvPr>
            <p:ph idx="20" type="body"/>
          </p:nvPr>
        </p:nvSpPr>
        <p:spPr>
          <a:xfrm>
            <a:off x="32496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77" name="Google Shape;777;p73"/>
          <p:cNvSpPr txBox="1"/>
          <p:nvPr>
            <p:ph idx="21" type="body"/>
          </p:nvPr>
        </p:nvSpPr>
        <p:spPr>
          <a:xfrm>
            <a:off x="32496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78" name="Google Shape;778;p73"/>
          <p:cNvSpPr txBox="1"/>
          <p:nvPr>
            <p:ph idx="22" type="body"/>
          </p:nvPr>
        </p:nvSpPr>
        <p:spPr>
          <a:xfrm>
            <a:off x="62962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79" name="Google Shape;779;p73"/>
          <p:cNvSpPr txBox="1"/>
          <p:nvPr>
            <p:ph idx="23" type="body"/>
          </p:nvPr>
        </p:nvSpPr>
        <p:spPr>
          <a:xfrm>
            <a:off x="62962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80" name="Google Shape;780;p73"/>
          <p:cNvSpPr txBox="1"/>
          <p:nvPr>
            <p:ph idx="24" type="body"/>
          </p:nvPr>
        </p:nvSpPr>
        <p:spPr>
          <a:xfrm>
            <a:off x="62962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81" name="Google Shape;781;p73"/>
          <p:cNvSpPr txBox="1"/>
          <p:nvPr>
            <p:ph idx="25" type="body"/>
          </p:nvPr>
        </p:nvSpPr>
        <p:spPr>
          <a:xfrm>
            <a:off x="62962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82" name="Google Shape;782;p73"/>
          <p:cNvSpPr txBox="1"/>
          <p:nvPr>
            <p:ph idx="26" type="body"/>
          </p:nvPr>
        </p:nvSpPr>
        <p:spPr>
          <a:xfrm>
            <a:off x="62962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83" name="Google Shape;783;p73"/>
          <p:cNvSpPr txBox="1"/>
          <p:nvPr>
            <p:ph idx="27" type="body"/>
          </p:nvPr>
        </p:nvSpPr>
        <p:spPr>
          <a:xfrm>
            <a:off x="62962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84" name="Google Shape;784;p73"/>
          <p:cNvSpPr txBox="1"/>
          <p:nvPr>
            <p:ph idx="28" type="body"/>
          </p:nvPr>
        </p:nvSpPr>
        <p:spPr>
          <a:xfrm>
            <a:off x="62962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85" name="Google Shape;785;p73"/>
          <p:cNvSpPr txBox="1"/>
          <p:nvPr>
            <p:ph idx="29" type="body"/>
          </p:nvPr>
        </p:nvSpPr>
        <p:spPr>
          <a:xfrm>
            <a:off x="62962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86" name="Google Shape;786;p73"/>
          <p:cNvSpPr txBox="1"/>
          <p:nvPr>
            <p:ph idx="30" type="body"/>
          </p:nvPr>
        </p:nvSpPr>
        <p:spPr>
          <a:xfrm>
            <a:off x="62962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87" name="Google Shape;787;p73"/>
          <p:cNvSpPr txBox="1"/>
          <p:nvPr>
            <p:ph idx="31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788" name="Google Shape;788;p73"/>
          <p:cNvSpPr txBox="1"/>
          <p:nvPr>
            <p:ph idx="3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CUSTOM"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1" name="Google Shape;791;p74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2" name="Google Shape;792;p74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43" Type="http://schemas.openxmlformats.org/officeDocument/2006/relationships/theme" Target="../theme/theme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64.xml"/><Relationship Id="rId21" Type="http://schemas.openxmlformats.org/officeDocument/2006/relationships/slideLayout" Target="../slideLayouts/slideLayout63.xml"/><Relationship Id="rId24" Type="http://schemas.openxmlformats.org/officeDocument/2006/relationships/slideLayout" Target="../slideLayouts/slideLayout66.xml"/><Relationship Id="rId23" Type="http://schemas.openxmlformats.org/officeDocument/2006/relationships/slideLayout" Target="../slideLayouts/slideLayout65.xml"/><Relationship Id="rId1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68.xml"/><Relationship Id="rId25" Type="http://schemas.openxmlformats.org/officeDocument/2006/relationships/slideLayout" Target="../slideLayouts/slideLayout67.xml"/><Relationship Id="rId28" Type="http://schemas.openxmlformats.org/officeDocument/2006/relationships/slideLayout" Target="../slideLayouts/slideLayout70.xml"/><Relationship Id="rId27" Type="http://schemas.openxmlformats.org/officeDocument/2006/relationships/slideLayout" Target="../slideLayouts/slideLayout69.xml"/><Relationship Id="rId5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8.xml"/><Relationship Id="rId29" Type="http://schemas.openxmlformats.org/officeDocument/2006/relationships/slideLayout" Target="../slideLayouts/slideLayout71.xml"/><Relationship Id="rId7" Type="http://schemas.openxmlformats.org/officeDocument/2006/relationships/slideLayout" Target="../slideLayouts/slideLayout49.xml"/><Relationship Id="rId8" Type="http://schemas.openxmlformats.org/officeDocument/2006/relationships/slideLayout" Target="../slideLayouts/slideLayout50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56.xml"/><Relationship Id="rId17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58.xml"/><Relationship Id="rId19" Type="http://schemas.openxmlformats.org/officeDocument/2006/relationships/slideLayout" Target="../slideLayouts/slideLayout61.xml"/><Relationship Id="rId18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sz="3000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sz="3000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sz="3000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sz="3000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sz="3000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sz="3000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sz="3000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sz="3000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sz="3000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800050"/>
            <a:ext cx="3661800" cy="20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●"/>
              <a:defRPr sz="12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○"/>
              <a:defRPr sz="12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■"/>
              <a:defRPr sz="12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●"/>
              <a:defRPr sz="12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○"/>
              <a:defRPr sz="12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■"/>
              <a:defRPr sz="12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●"/>
              <a:defRPr sz="12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○"/>
              <a:defRPr sz="12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■"/>
              <a:defRPr sz="12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587" name="Google Shape;587;p44"/>
          <p:cNvSpPr txBox="1"/>
          <p:nvPr>
            <p:ph idx="1" type="body"/>
          </p:nvPr>
        </p:nvSpPr>
        <p:spPr>
          <a:xfrm>
            <a:off x="311700" y="1152475"/>
            <a:ext cx="85206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DM Sans"/>
              <a:buChar char="○"/>
              <a:defRPr sz="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88" name="Google Shape;588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707" r:id="rId18"/>
    <p:sldLayoutId id="2147483708" r:id="rId19"/>
    <p:sldLayoutId id="2147483709" r:id="rId20"/>
    <p:sldLayoutId id="2147483710" r:id="rId21"/>
    <p:sldLayoutId id="2147483711" r:id="rId22"/>
    <p:sldLayoutId id="2147483712" r:id="rId23"/>
    <p:sldLayoutId id="2147483713" r:id="rId24"/>
    <p:sldLayoutId id="2147483714" r:id="rId25"/>
    <p:sldLayoutId id="2147483715" r:id="rId26"/>
    <p:sldLayoutId id="2147483716" r:id="rId27"/>
    <p:sldLayoutId id="2147483717" r:id="rId28"/>
    <p:sldLayoutId id="2147483718" r:id="rId29"/>
    <p:sldLayoutId id="2147483719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24">
          <p15:clr>
            <a:srgbClr val="E46962"/>
          </p15:clr>
        </p15:guide>
        <p15:guide id="2" orient="horz" pos="124">
          <p15:clr>
            <a:srgbClr val="E46962"/>
          </p15:clr>
        </p15:guide>
        <p15:guide id="3" pos="5636">
          <p15:clr>
            <a:srgbClr val="E46962"/>
          </p15:clr>
        </p15:guide>
        <p15:guide id="4" orient="horz" pos="3116">
          <p15:clr>
            <a:srgbClr val="E46962"/>
          </p15:clr>
        </p15:guide>
        <p15:guide id="5" pos="1296">
          <p15:clr>
            <a:srgbClr val="E46962"/>
          </p15:clr>
        </p15:guide>
        <p15:guide id="6" pos="44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75"/>
          <p:cNvSpPr txBox="1"/>
          <p:nvPr>
            <p:ph idx="1" type="subTitle"/>
          </p:nvPr>
        </p:nvSpPr>
        <p:spPr>
          <a:xfrm>
            <a:off x="2418125" y="2152896"/>
            <a:ext cx="5325600" cy="11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Name</a:t>
            </a:r>
            <a:r>
              <a:rPr lang="en"/>
              <a:t>: Animesh Kashid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Hrishikesh Nikam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Viren Parmar</a:t>
            </a:r>
            <a:endParaRPr/>
          </a:p>
        </p:txBody>
      </p:sp>
      <p:sp>
        <p:nvSpPr>
          <p:cNvPr id="798" name="Google Shape;798;p75"/>
          <p:cNvSpPr txBox="1"/>
          <p:nvPr>
            <p:ph type="ctrTitle"/>
          </p:nvPr>
        </p:nvSpPr>
        <p:spPr>
          <a:xfrm>
            <a:off x="2418150" y="865675"/>
            <a:ext cx="5325600" cy="118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Predicting Daily Household Energy Consumption Using Kernel Methods and Gaussian Process</a:t>
            </a:r>
            <a:endParaRPr sz="2300"/>
          </a:p>
        </p:txBody>
      </p:sp>
      <p:sp>
        <p:nvSpPr>
          <p:cNvPr id="799" name="Google Shape;799;p75"/>
          <p:cNvSpPr txBox="1"/>
          <p:nvPr>
            <p:ph idx="2" type="subTitle"/>
          </p:nvPr>
        </p:nvSpPr>
        <p:spPr>
          <a:xfrm>
            <a:off x="2418125" y="3440125"/>
            <a:ext cx="2789400" cy="6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Prof: Deniz Erdogmus</a:t>
            </a:r>
            <a:endParaRPr sz="1150">
              <a:solidFill>
                <a:schemeClr val="dk2"/>
              </a:solidFill>
              <a:highlight>
                <a:srgbClr val="F2F2F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800" name="Google Shape;800;p75"/>
          <p:cNvSpPr txBox="1"/>
          <p:nvPr>
            <p:ph idx="3" type="subTitle"/>
          </p:nvPr>
        </p:nvSpPr>
        <p:spPr>
          <a:xfrm>
            <a:off x="5545625" y="3777425"/>
            <a:ext cx="2198100" cy="2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75"/>
          <p:cNvSpPr txBox="1"/>
          <p:nvPr>
            <p:ph idx="4" type="subTitle"/>
          </p:nvPr>
        </p:nvSpPr>
        <p:spPr>
          <a:xfrm rot="-5400000">
            <a:off x="-225675" y="945575"/>
            <a:ext cx="1701300" cy="33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75"/>
          <p:cNvSpPr txBox="1"/>
          <p:nvPr>
            <p:ph idx="5" type="subTitle"/>
          </p:nvPr>
        </p:nvSpPr>
        <p:spPr>
          <a:xfrm rot="-5400000">
            <a:off x="-225675" y="3868125"/>
            <a:ext cx="1701300" cy="33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75"/>
          <p:cNvSpPr txBox="1"/>
          <p:nvPr>
            <p:ph idx="7" type="body"/>
          </p:nvPr>
        </p:nvSpPr>
        <p:spPr>
          <a:xfrm>
            <a:off x="5545613" y="4033925"/>
            <a:ext cx="2198100" cy="8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75"/>
          <p:cNvSpPr txBox="1"/>
          <p:nvPr>
            <p:ph idx="6" type="body"/>
          </p:nvPr>
        </p:nvSpPr>
        <p:spPr>
          <a:xfrm>
            <a:off x="2418125" y="4033925"/>
            <a:ext cx="3011700" cy="8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76"/>
          <p:cNvSpPr txBox="1"/>
          <p:nvPr>
            <p:ph type="ctrTitle"/>
          </p:nvPr>
        </p:nvSpPr>
        <p:spPr>
          <a:xfrm>
            <a:off x="352550" y="2171700"/>
            <a:ext cx="3860100" cy="8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810" name="Google Shape;810;p76"/>
          <p:cNvSpPr txBox="1"/>
          <p:nvPr>
            <p:ph idx="1" type="subTitle"/>
          </p:nvPr>
        </p:nvSpPr>
        <p:spPr>
          <a:xfrm>
            <a:off x="4837750" y="766750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811" name="Google Shape;811;p76"/>
          <p:cNvSpPr txBox="1"/>
          <p:nvPr>
            <p:ph idx="2" type="subTitle"/>
          </p:nvPr>
        </p:nvSpPr>
        <p:spPr>
          <a:xfrm>
            <a:off x="4837750" y="1099491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and Processing</a:t>
            </a:r>
            <a:endParaRPr/>
          </a:p>
        </p:txBody>
      </p:sp>
      <p:sp>
        <p:nvSpPr>
          <p:cNvPr id="812" name="Google Shape;812;p76"/>
          <p:cNvSpPr txBox="1"/>
          <p:nvPr>
            <p:ph idx="3" type="subTitle"/>
          </p:nvPr>
        </p:nvSpPr>
        <p:spPr>
          <a:xfrm>
            <a:off x="4837750" y="1432233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Engineering</a:t>
            </a:r>
            <a:endParaRPr/>
          </a:p>
        </p:txBody>
      </p:sp>
      <p:sp>
        <p:nvSpPr>
          <p:cNvPr id="813" name="Google Shape;813;p76"/>
          <p:cNvSpPr txBox="1"/>
          <p:nvPr>
            <p:ph idx="4" type="subTitle"/>
          </p:nvPr>
        </p:nvSpPr>
        <p:spPr>
          <a:xfrm>
            <a:off x="4837750" y="1764974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Kernel Ridge Regression</a:t>
            </a:r>
            <a:endParaRPr/>
          </a:p>
        </p:txBody>
      </p:sp>
      <p:sp>
        <p:nvSpPr>
          <p:cNvPr id="814" name="Google Shape;814;p76"/>
          <p:cNvSpPr txBox="1"/>
          <p:nvPr>
            <p:ph idx="5" type="subTitle"/>
          </p:nvPr>
        </p:nvSpPr>
        <p:spPr>
          <a:xfrm>
            <a:off x="4837750" y="2097715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Gaussian Process Regression</a:t>
            </a:r>
            <a:endParaRPr/>
          </a:p>
        </p:txBody>
      </p:sp>
      <p:sp>
        <p:nvSpPr>
          <p:cNvPr id="815" name="Google Shape;815;p76"/>
          <p:cNvSpPr txBox="1"/>
          <p:nvPr>
            <p:ph idx="6" type="subTitle"/>
          </p:nvPr>
        </p:nvSpPr>
        <p:spPr>
          <a:xfrm>
            <a:off x="4837750" y="2430456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Setup</a:t>
            </a:r>
            <a:endParaRPr/>
          </a:p>
        </p:txBody>
      </p:sp>
      <p:sp>
        <p:nvSpPr>
          <p:cNvPr id="816" name="Google Shape;816;p76"/>
          <p:cNvSpPr txBox="1"/>
          <p:nvPr>
            <p:ph idx="7" type="subTitle"/>
          </p:nvPr>
        </p:nvSpPr>
        <p:spPr>
          <a:xfrm>
            <a:off x="4837750" y="276319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817" name="Google Shape;817;p76"/>
          <p:cNvSpPr txBox="1"/>
          <p:nvPr>
            <p:ph idx="8" type="subTitle"/>
          </p:nvPr>
        </p:nvSpPr>
        <p:spPr>
          <a:xfrm>
            <a:off x="4837750" y="3095939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818" name="Google Shape;818;p76"/>
          <p:cNvSpPr txBox="1"/>
          <p:nvPr>
            <p:ph idx="9" type="subTitle"/>
          </p:nvPr>
        </p:nvSpPr>
        <p:spPr>
          <a:xfrm>
            <a:off x="4837750" y="3428680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819" name="Google Shape;819;p76"/>
          <p:cNvSpPr txBox="1"/>
          <p:nvPr>
            <p:ph idx="13" type="subTitle"/>
          </p:nvPr>
        </p:nvSpPr>
        <p:spPr>
          <a:xfrm>
            <a:off x="4837750" y="3761421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76"/>
          <p:cNvSpPr txBox="1"/>
          <p:nvPr>
            <p:ph idx="14" type="subTitle"/>
          </p:nvPr>
        </p:nvSpPr>
        <p:spPr>
          <a:xfrm>
            <a:off x="4837750" y="4094163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76"/>
          <p:cNvSpPr txBox="1"/>
          <p:nvPr>
            <p:ph idx="15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EECE 5644</a:t>
            </a:r>
            <a:endParaRPr/>
          </a:p>
        </p:txBody>
      </p:sp>
      <p:sp>
        <p:nvSpPr>
          <p:cNvPr id="822" name="Google Shape;822;p76"/>
          <p:cNvSpPr txBox="1"/>
          <p:nvPr>
            <p:ph idx="16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 Machine Learning</a:t>
            </a:r>
            <a:endParaRPr/>
          </a:p>
        </p:txBody>
      </p:sp>
      <p:sp>
        <p:nvSpPr>
          <p:cNvPr id="823" name="Google Shape;823;p76"/>
          <p:cNvSpPr txBox="1"/>
          <p:nvPr>
            <p:ph idx="17" type="title"/>
          </p:nvPr>
        </p:nvSpPr>
        <p:spPr>
          <a:xfrm>
            <a:off x="8155150" y="1099488"/>
            <a:ext cx="6210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24" name="Google Shape;824;p76"/>
          <p:cNvSpPr txBox="1"/>
          <p:nvPr>
            <p:ph idx="18" type="title"/>
          </p:nvPr>
        </p:nvSpPr>
        <p:spPr>
          <a:xfrm>
            <a:off x="8155150" y="1432225"/>
            <a:ext cx="6210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25" name="Google Shape;825;p76"/>
          <p:cNvSpPr txBox="1"/>
          <p:nvPr>
            <p:ph idx="19" type="title"/>
          </p:nvPr>
        </p:nvSpPr>
        <p:spPr>
          <a:xfrm>
            <a:off x="8155150" y="1764975"/>
            <a:ext cx="6210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826" name="Google Shape;826;p76"/>
          <p:cNvSpPr txBox="1"/>
          <p:nvPr>
            <p:ph idx="20" type="title"/>
          </p:nvPr>
        </p:nvSpPr>
        <p:spPr>
          <a:xfrm>
            <a:off x="8155150" y="2097713"/>
            <a:ext cx="6210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827" name="Google Shape;827;p76"/>
          <p:cNvSpPr txBox="1"/>
          <p:nvPr>
            <p:ph idx="21" type="title"/>
          </p:nvPr>
        </p:nvSpPr>
        <p:spPr>
          <a:xfrm>
            <a:off x="8155150" y="2430438"/>
            <a:ext cx="6210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828" name="Google Shape;828;p76"/>
          <p:cNvSpPr txBox="1"/>
          <p:nvPr>
            <p:ph idx="22" type="title"/>
          </p:nvPr>
        </p:nvSpPr>
        <p:spPr>
          <a:xfrm>
            <a:off x="8155150" y="2763188"/>
            <a:ext cx="6210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829" name="Google Shape;829;p76"/>
          <p:cNvSpPr txBox="1"/>
          <p:nvPr>
            <p:ph idx="23" type="title"/>
          </p:nvPr>
        </p:nvSpPr>
        <p:spPr>
          <a:xfrm>
            <a:off x="8155150" y="3095925"/>
            <a:ext cx="6210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08</a:t>
            </a:r>
            <a:endParaRPr/>
          </a:p>
        </p:txBody>
      </p:sp>
      <p:sp>
        <p:nvSpPr>
          <p:cNvPr id="830" name="Google Shape;830;p76"/>
          <p:cNvSpPr txBox="1"/>
          <p:nvPr>
            <p:ph idx="24" type="title"/>
          </p:nvPr>
        </p:nvSpPr>
        <p:spPr>
          <a:xfrm>
            <a:off x="8155150" y="3428688"/>
            <a:ext cx="6210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09</a:t>
            </a:r>
            <a:endParaRPr/>
          </a:p>
        </p:txBody>
      </p:sp>
      <p:sp>
        <p:nvSpPr>
          <p:cNvPr id="831" name="Google Shape;831;p76"/>
          <p:cNvSpPr txBox="1"/>
          <p:nvPr>
            <p:ph idx="25" type="title"/>
          </p:nvPr>
        </p:nvSpPr>
        <p:spPr>
          <a:xfrm>
            <a:off x="8155150" y="3761400"/>
            <a:ext cx="6210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76"/>
          <p:cNvSpPr txBox="1"/>
          <p:nvPr>
            <p:ph idx="26" type="title"/>
          </p:nvPr>
        </p:nvSpPr>
        <p:spPr>
          <a:xfrm>
            <a:off x="8155150" y="4094150"/>
            <a:ext cx="6210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76"/>
          <p:cNvSpPr txBox="1"/>
          <p:nvPr>
            <p:ph idx="27" type="title"/>
          </p:nvPr>
        </p:nvSpPr>
        <p:spPr>
          <a:xfrm>
            <a:off x="8155150" y="766763"/>
            <a:ext cx="6210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77"/>
          <p:cNvSpPr txBox="1"/>
          <p:nvPr>
            <p:ph type="title"/>
          </p:nvPr>
        </p:nvSpPr>
        <p:spPr>
          <a:xfrm>
            <a:off x="1712775" y="1103850"/>
            <a:ext cx="6974100" cy="293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Importance: Forecasting household energy consumption is crucial for:</a:t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Char char="○"/>
            </a:pPr>
            <a:r>
              <a:rPr lang="en" sz="15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Demand planning</a:t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Char char="○"/>
            </a:pPr>
            <a:r>
              <a:rPr lang="en" sz="15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Grid stability</a:t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Char char="○"/>
            </a:pPr>
            <a:r>
              <a:rPr lang="en" sz="15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Energy-efficient resource allocation</a:t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Challenge: Linear models fail to capture nonlinear and seasonal patterns in energy data.</a:t>
            </a:r>
            <a:endParaRPr sz="1500"/>
          </a:p>
        </p:txBody>
      </p:sp>
      <p:sp>
        <p:nvSpPr>
          <p:cNvPr id="839" name="Google Shape;839;p77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EECE 5644</a:t>
            </a:r>
            <a:endParaRPr/>
          </a:p>
        </p:txBody>
      </p:sp>
      <p:sp>
        <p:nvSpPr>
          <p:cNvPr id="840" name="Google Shape;840;p77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 Machine Learning</a:t>
            </a:r>
            <a:endParaRPr/>
          </a:p>
        </p:txBody>
      </p:sp>
      <p:sp>
        <p:nvSpPr>
          <p:cNvPr id="841" name="Google Shape;841;p77"/>
          <p:cNvSpPr txBox="1"/>
          <p:nvPr>
            <p:ph idx="3" type="subTitle"/>
          </p:nvPr>
        </p:nvSpPr>
        <p:spPr>
          <a:xfrm rot="-5400000">
            <a:off x="-1577350" y="2403575"/>
            <a:ext cx="4226400" cy="33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8"/>
          <p:cNvSpPr txBox="1"/>
          <p:nvPr>
            <p:ph type="title"/>
          </p:nvPr>
        </p:nvSpPr>
        <p:spPr>
          <a:xfrm>
            <a:off x="6238200" y="3078675"/>
            <a:ext cx="2334300" cy="106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&amp; Processing</a:t>
            </a:r>
            <a:endParaRPr/>
          </a:p>
        </p:txBody>
      </p:sp>
      <p:sp>
        <p:nvSpPr>
          <p:cNvPr id="847" name="Google Shape;847;p78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EECE 5644</a:t>
            </a:r>
            <a:endParaRPr/>
          </a:p>
        </p:txBody>
      </p:sp>
      <p:sp>
        <p:nvSpPr>
          <p:cNvPr id="848" name="Google Shape;848;p78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 Machine Learning</a:t>
            </a:r>
            <a:endParaRPr/>
          </a:p>
        </p:txBody>
      </p:sp>
      <p:sp>
        <p:nvSpPr>
          <p:cNvPr id="849" name="Google Shape;849;p78"/>
          <p:cNvSpPr txBox="1"/>
          <p:nvPr>
            <p:ph idx="3" type="body"/>
          </p:nvPr>
        </p:nvSpPr>
        <p:spPr>
          <a:xfrm>
            <a:off x="276350" y="2803375"/>
            <a:ext cx="5335500" cy="17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UCI Household Electric Power Consumption Dataset</a:t>
            </a:r>
            <a:endParaRPr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Minute-level data: Dec 2006 – Nov 2010</a:t>
            </a:r>
            <a:endParaRPr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Variables: Active/Reactive power, voltage, intensity, sub-metering</a:t>
            </a:r>
            <a:endParaRPr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Preprocessing:</a:t>
            </a:r>
            <a:endParaRPr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○"/>
            </a:pPr>
            <a:r>
              <a:rPr lang="en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Handle missing values (forward/backward fill)</a:t>
            </a:r>
            <a:endParaRPr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○"/>
            </a:pPr>
            <a:r>
              <a:rPr lang="en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Resample to daily averages</a:t>
            </a:r>
            <a:endParaRPr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○"/>
            </a:pPr>
            <a:r>
              <a:rPr lang="en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Standardize features (zero mean, unit variance)</a:t>
            </a:r>
            <a:endParaRPr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78"/>
          <p:cNvSpPr txBox="1"/>
          <p:nvPr>
            <p:ph idx="4" type="subTitle"/>
          </p:nvPr>
        </p:nvSpPr>
        <p:spPr>
          <a:xfrm>
            <a:off x="4829450" y="685810"/>
            <a:ext cx="3849300" cy="2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1" name="Google Shape;851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375" y="522100"/>
            <a:ext cx="8473274" cy="209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7" name="Google Shape;857;p79"/>
          <p:cNvSpPr txBox="1"/>
          <p:nvPr>
            <p:ph idx="1" type="subTitle"/>
          </p:nvPr>
        </p:nvSpPr>
        <p:spPr>
          <a:xfrm>
            <a:off x="786650" y="795282"/>
            <a:ext cx="7861800" cy="392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ts val="1550"/>
              <a:buAutoNum type="arabicPeriod"/>
            </a:pPr>
            <a:r>
              <a:rPr lang="en" sz="18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Univariate Model</a:t>
            </a:r>
            <a:endParaRPr sz="18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Multivariate Model</a:t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8" name="Google Shape;858;p79"/>
          <p:cNvSpPr txBox="1"/>
          <p:nvPr>
            <p:ph idx="2" type="body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EECE 5644</a:t>
            </a:r>
            <a:endParaRPr/>
          </a:p>
        </p:txBody>
      </p:sp>
      <p:sp>
        <p:nvSpPr>
          <p:cNvPr id="859" name="Google Shape;859;p79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Intro to Machine Learning</a:t>
            </a:r>
            <a:endParaRPr/>
          </a:p>
        </p:txBody>
      </p:sp>
      <p:pic>
        <p:nvPicPr>
          <p:cNvPr id="860" name="Google Shape;860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4025" y="1462075"/>
            <a:ext cx="3409950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7500" y="3220179"/>
            <a:ext cx="9144001" cy="656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7" name="Google Shape;867;p80"/>
          <p:cNvSpPr txBox="1"/>
          <p:nvPr>
            <p:ph idx="1" type="subTitle"/>
          </p:nvPr>
        </p:nvSpPr>
        <p:spPr>
          <a:xfrm>
            <a:off x="831025" y="587900"/>
            <a:ext cx="7193400" cy="677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182880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    Kernel Ridge Regression (KRR)</a:t>
            </a:r>
            <a:endParaRPr b="1" sz="17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Combines ridge regression with kernel trick in RKHS</a:t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Solution form:</a:t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Kernels used: RBF, Polynomial</a:t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			</a:t>
            </a:r>
            <a:r>
              <a:rPr lang="en" sz="17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17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Gaussian Process Regression (GPR)</a:t>
            </a:r>
            <a:endParaRPr b="1" sz="17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Bayesian non-parametric model</a:t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Defined by mean and covariance kernel</a:t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Kernels used:</a:t>
            </a:r>
            <a:br>
              <a:rPr lang="en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RBF, Periodic, RBF+Periodic, Matern</a:t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80"/>
          <p:cNvSpPr txBox="1"/>
          <p:nvPr>
            <p:ph idx="2" type="body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EECE 5644</a:t>
            </a:r>
            <a:endParaRPr/>
          </a:p>
        </p:txBody>
      </p:sp>
      <p:sp>
        <p:nvSpPr>
          <p:cNvPr id="869" name="Google Shape;869;p80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Intro to Machine Learning</a:t>
            </a:r>
            <a:endParaRPr/>
          </a:p>
        </p:txBody>
      </p:sp>
      <p:pic>
        <p:nvPicPr>
          <p:cNvPr id="870" name="Google Shape;870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3775" y="1852900"/>
            <a:ext cx="2638425" cy="97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6" name="Google Shape;876;p81"/>
          <p:cNvSpPr txBox="1"/>
          <p:nvPr>
            <p:ph idx="1" type="subTitle"/>
          </p:nvPr>
        </p:nvSpPr>
        <p:spPr>
          <a:xfrm>
            <a:off x="1064075" y="288250"/>
            <a:ext cx="7193400" cy="296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/>
              <a:t>Experimental Setup</a:t>
            </a:r>
            <a:endParaRPr sz="215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Baselines: Naïve (y_{t-1}), MA(7)</a:t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Models: Univariate vs. Multivariate KRR &amp; GPR</a:t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Evaluation: RMSE, MAE</a:t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Validation: TimeSeriesSplit (5 folds)</a:t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Test period: 2010 data</a:t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50"/>
          </a:p>
        </p:txBody>
      </p:sp>
      <p:sp>
        <p:nvSpPr>
          <p:cNvPr id="877" name="Google Shape;877;p81"/>
          <p:cNvSpPr txBox="1"/>
          <p:nvPr>
            <p:ph idx="2" type="body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EECE 5644</a:t>
            </a:r>
            <a:endParaRPr/>
          </a:p>
        </p:txBody>
      </p:sp>
      <p:sp>
        <p:nvSpPr>
          <p:cNvPr id="878" name="Google Shape;878;p81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Intro to Machine Learning</a:t>
            </a:r>
            <a:endParaRPr/>
          </a:p>
        </p:txBody>
      </p:sp>
      <p:pic>
        <p:nvPicPr>
          <p:cNvPr id="879" name="Google Shape;879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450" y="2461873"/>
            <a:ext cx="7583001" cy="248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82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EECE 5644</a:t>
            </a:r>
            <a:endParaRPr/>
          </a:p>
        </p:txBody>
      </p:sp>
      <p:sp>
        <p:nvSpPr>
          <p:cNvPr id="885" name="Google Shape;885;p82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 Machine Learning</a:t>
            </a:r>
            <a:endParaRPr/>
          </a:p>
        </p:txBody>
      </p:sp>
      <p:sp>
        <p:nvSpPr>
          <p:cNvPr id="886" name="Google Shape;886;p82"/>
          <p:cNvSpPr txBox="1"/>
          <p:nvPr>
            <p:ph type="ctrTitle"/>
          </p:nvPr>
        </p:nvSpPr>
        <p:spPr>
          <a:xfrm>
            <a:off x="352550" y="2171700"/>
            <a:ext cx="8438700" cy="22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Results &amp; Summary </a:t>
            </a:r>
            <a:endParaRPr sz="2400"/>
          </a:p>
        </p:txBody>
      </p:sp>
      <p:sp>
        <p:nvSpPr>
          <p:cNvPr id="887" name="Google Shape;887;p82"/>
          <p:cNvSpPr txBox="1"/>
          <p:nvPr>
            <p:ph idx="3" type="subTitle"/>
          </p:nvPr>
        </p:nvSpPr>
        <p:spPr>
          <a:xfrm>
            <a:off x="4773950" y="726125"/>
            <a:ext cx="3961800" cy="37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3 models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82"/>
          <p:cNvSpPr txBox="1"/>
          <p:nvPr>
            <p:ph idx="4" type="body"/>
          </p:nvPr>
        </p:nvSpPr>
        <p:spPr>
          <a:xfrm>
            <a:off x="4829500" y="992399"/>
            <a:ext cx="3961800" cy="9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AutoNum type="arabicPeriod"/>
            </a:pPr>
            <a:r>
              <a:rPr lang="en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Multivariate KRR (Poly) – RMSE: 0.2508</a:t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AutoNum type="arabicPeriod"/>
            </a:pPr>
            <a:r>
              <a:rPr lang="en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Multivariate KRR (RBF) – RMSE: 0.2521</a:t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AutoNum type="arabicPeriod"/>
            </a:pPr>
            <a:r>
              <a:rPr lang="en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Multivariate GPR (RBF) – RMSE: 0.2524</a:t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889" name="Google Shape;88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6375" y="1886425"/>
            <a:ext cx="4424924" cy="228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5" name="Google Shape;895;p83"/>
          <p:cNvSpPr txBox="1"/>
          <p:nvPr>
            <p:ph idx="1" type="subTitle"/>
          </p:nvPr>
        </p:nvSpPr>
        <p:spPr>
          <a:xfrm>
            <a:off x="975300" y="892250"/>
            <a:ext cx="7193400" cy="405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 					Discussion &amp; Insights</a:t>
            </a:r>
            <a:endParaRPr b="1" sz="20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Multivariate &gt; Univariate: Additional electrical features improve forecasts.</a:t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Kernel Choice: Polynomial kernel performed best for KRR.</a:t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GPR Advantage: Provides interpretable uncertainty estimates.</a:t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Seasonality: Periodic kernels helped but less than expected in univariate case</a:t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83"/>
          <p:cNvSpPr txBox="1"/>
          <p:nvPr>
            <p:ph idx="2" type="body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EECE 5644</a:t>
            </a:r>
            <a:endParaRPr/>
          </a:p>
        </p:txBody>
      </p:sp>
      <p:sp>
        <p:nvSpPr>
          <p:cNvPr id="897" name="Google Shape;897;p83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Intro to Machine Learning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84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EECE 5644</a:t>
            </a:r>
            <a:endParaRPr/>
          </a:p>
        </p:txBody>
      </p:sp>
      <p:sp>
        <p:nvSpPr>
          <p:cNvPr id="903" name="Google Shape;903;p84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 Machine Learning</a:t>
            </a:r>
            <a:endParaRPr/>
          </a:p>
        </p:txBody>
      </p:sp>
      <p:sp>
        <p:nvSpPr>
          <p:cNvPr id="904" name="Google Shape;904;p84"/>
          <p:cNvSpPr txBox="1"/>
          <p:nvPr>
            <p:ph type="title"/>
          </p:nvPr>
        </p:nvSpPr>
        <p:spPr>
          <a:xfrm>
            <a:off x="366100" y="655945"/>
            <a:ext cx="30255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905" name="Google Shape;905;p84"/>
          <p:cNvSpPr txBox="1"/>
          <p:nvPr>
            <p:ph idx="3" type="title"/>
          </p:nvPr>
        </p:nvSpPr>
        <p:spPr>
          <a:xfrm>
            <a:off x="4842350" y="655945"/>
            <a:ext cx="30255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906" name="Google Shape;906;p84"/>
          <p:cNvSpPr txBox="1"/>
          <p:nvPr>
            <p:ph idx="4" type="body"/>
          </p:nvPr>
        </p:nvSpPr>
        <p:spPr>
          <a:xfrm>
            <a:off x="366100" y="1662400"/>
            <a:ext cx="3850800" cy="26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Kernel methods (KRR &amp; GPR) effectively model nonlinear energy consumption.</a:t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Multivariate inputs yield significant accuracy gains.</a:t>
            </a:r>
            <a:endParaRPr sz="15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907" name="Google Shape;907;p84"/>
          <p:cNvSpPr txBox="1"/>
          <p:nvPr>
            <p:ph idx="5" type="body"/>
          </p:nvPr>
        </p:nvSpPr>
        <p:spPr>
          <a:xfrm>
            <a:off x="5169875" y="1990575"/>
            <a:ext cx="3278400" cy="20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Multi-output GPR</a:t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Deep kernel learning</a:t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Include exogenous variables (weather, pricing)</a:t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Locally periodic kernels for evolving seasonality</a:t>
            </a:r>
            <a:endParaRPr sz="14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85"/>
          <p:cNvSpPr txBox="1"/>
          <p:nvPr>
            <p:ph type="ctrTitle"/>
          </p:nvPr>
        </p:nvSpPr>
        <p:spPr>
          <a:xfrm>
            <a:off x="1375800" y="1703150"/>
            <a:ext cx="5485800" cy="173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913" name="Google Shape;913;p85"/>
          <p:cNvSpPr txBox="1"/>
          <p:nvPr>
            <p:ph idx="2" type="subTitle"/>
          </p:nvPr>
        </p:nvSpPr>
        <p:spPr>
          <a:xfrm rot="5400000">
            <a:off x="7668450" y="945575"/>
            <a:ext cx="1701300" cy="33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85"/>
          <p:cNvSpPr txBox="1"/>
          <p:nvPr>
            <p:ph idx="1" type="subTitle"/>
          </p:nvPr>
        </p:nvSpPr>
        <p:spPr>
          <a:xfrm rot="5400000">
            <a:off x="7668450" y="3868125"/>
            <a:ext cx="1701300" cy="33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ow and Tell/Report #1">
  <a:themeElements>
    <a:clrScheme name="Simple Light">
      <a:dk1>
        <a:srgbClr val="AB8645"/>
      </a:dk1>
      <a:lt1>
        <a:srgbClr val="014840"/>
      </a:lt1>
      <a:dk2>
        <a:srgbClr val="000000"/>
      </a:dk2>
      <a:lt2>
        <a:srgbClr val="FAF5F0"/>
      </a:lt2>
      <a:accent1>
        <a:srgbClr val="133E37"/>
      </a:accent1>
      <a:accent2>
        <a:srgbClr val="D8B771"/>
      </a:accent2>
      <a:accent3>
        <a:srgbClr val="FFFFFF"/>
      </a:accent3>
      <a:accent4>
        <a:srgbClr val="8DA1B9"/>
      </a:accent4>
      <a:accent5>
        <a:srgbClr val="BC4749"/>
      </a:accent5>
      <a:accent6>
        <a:srgbClr val="3C1518"/>
      </a:accent6>
      <a:hlink>
        <a:srgbClr val="01484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cience Presentation">
  <a:themeElements>
    <a:clrScheme name="Simple Light">
      <a:dk1>
        <a:srgbClr val="005088"/>
      </a:dk1>
      <a:lt1>
        <a:srgbClr val="F3F0DF"/>
      </a:lt1>
      <a:dk2>
        <a:srgbClr val="121212"/>
      </a:dk2>
      <a:lt2>
        <a:srgbClr val="D0E0E3"/>
      </a:lt2>
      <a:accent1>
        <a:srgbClr val="11CAA0"/>
      </a:accent1>
      <a:accent2>
        <a:srgbClr val="6D6D6B"/>
      </a:accent2>
      <a:accent3>
        <a:srgbClr val="FFFFFF"/>
      </a:accent3>
      <a:accent4>
        <a:srgbClr val="656839"/>
      </a:accent4>
      <a:accent5>
        <a:srgbClr val="774936"/>
      </a:accent5>
      <a:accent6>
        <a:srgbClr val="C492B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